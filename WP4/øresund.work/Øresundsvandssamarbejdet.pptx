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690" autoAdjust="0"/>
    <p:restoredTop sz="94660"/>
  </p:normalViewPr>
  <p:slideViewPr>
    <p:cSldViewPr snapToGrid="0">
      <p:cViewPr varScale="1">
        <p:scale>
          <a:sx n="39" d="100"/>
          <a:sy n="39" d="100"/>
        </p:scale>
        <p:origin x="52" y="6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54DF0-672D-1992-EA32-D544BBDDBA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22BA4-3459-FA76-AD93-89F29878E7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396D2F-1511-FBA8-057B-08792D226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31D46-2FE3-4311-8917-511D656E9266}" type="datetimeFigureOut">
              <a:rPr lang="da-DK" smtClean="0"/>
              <a:t>17-10-2022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FC1D4C-E40E-ACF4-C132-B4D6A24375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321C60-D792-3339-E4E1-2E009DDD9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F9A27F-54AF-4C4D-8F74-663BE5626444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581955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ED6ABB-B865-CC28-7294-41444797D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FF1EF3-6380-657C-A7B8-30EB1FE627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1FB3FA-E1B4-A2CB-632C-7A439E50F6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31D46-2FE3-4311-8917-511D656E9266}" type="datetimeFigureOut">
              <a:rPr lang="da-DK" smtClean="0"/>
              <a:t>17-10-2022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5B37F5-A89D-364D-D259-C4CB92B1E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659927-EB4E-57C7-DCFB-0EFA3946C2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F9A27F-54AF-4C4D-8F74-663BE5626444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9962603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F7439-CD64-97F4-7095-9E90741C06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3054CA-8050-08A0-845F-6B38954E4E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B5904-3329-E84A-DD1D-8BA909D102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31D46-2FE3-4311-8917-511D656E9266}" type="datetimeFigureOut">
              <a:rPr lang="da-DK" smtClean="0"/>
              <a:t>17-10-2022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2DFABB-C103-3592-FA41-01CD73067A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AFA47B-B824-B037-043D-C002A4E60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F9A27F-54AF-4C4D-8F74-663BE5626444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883477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890CE-43DA-A54B-5F76-937AA712A9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96EFA-0494-1F35-7DFD-6A4D47CC05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88B021-9F87-F862-4E89-E95D9304A3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599308-5155-A990-8377-7BDCEF393D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31D46-2FE3-4311-8917-511D656E9266}" type="datetimeFigureOut">
              <a:rPr lang="da-DK" smtClean="0"/>
              <a:t>17-10-2022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BF233A-9CF1-4DFB-1CA2-971C5BA7EB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B9408-7E32-5BAA-05E0-E1A5AEB8B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F9A27F-54AF-4C4D-8F74-663BE5626444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2538401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DCADF-ECDB-35E9-8E58-5603B004A2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165856-DCFE-C6F9-F481-D0C2E17F81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7021AD-CE6E-849A-BB40-806DD6C171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05DC6F5-15AC-AF07-33A0-C70555EC4F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C08711-0528-3C32-56E2-AE5F272B15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EDC4EA5-8E3E-165C-4994-4B55CE4BCC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31D46-2FE3-4311-8917-511D656E9266}" type="datetimeFigureOut">
              <a:rPr lang="da-DK" smtClean="0"/>
              <a:t>17-10-2022</a:t>
            </a:fld>
            <a:endParaRPr lang="da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BF32701-CD8E-555F-F954-9A8147EB1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F8F171-C393-8C0E-C4A1-D5892C753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F9A27F-54AF-4C4D-8F74-663BE5626444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860372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350C9F-20E6-5DF3-98D0-A67730FEE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C6E707-B816-A4ED-BC8B-82D48F5CC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31D46-2FE3-4311-8917-511D656E9266}" type="datetimeFigureOut">
              <a:rPr lang="da-DK" smtClean="0"/>
              <a:t>17-10-2022</a:t>
            </a:fld>
            <a:endParaRPr lang="da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DD6797-097A-6916-071D-BF25F362A4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05892B-7B8C-AA7E-2632-595B9B0FE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F9A27F-54AF-4C4D-8F74-663BE5626444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9843269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FACFB05-270A-1521-3EA6-06E3A9C8C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31D46-2FE3-4311-8917-511D656E9266}" type="datetimeFigureOut">
              <a:rPr lang="da-DK" smtClean="0"/>
              <a:t>17-10-2022</a:t>
            </a:fld>
            <a:endParaRPr lang="da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927443-A177-7DBE-1E9A-3BC151B30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872C83-C34F-B745-FB6A-FD48A7327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F9A27F-54AF-4C4D-8F74-663BE5626444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992358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B59BB-3369-18F0-9594-3820A893F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64CA68-D4ED-F485-79C3-5661A7FF87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36DD40-4334-36E1-93C1-C7A6C49102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BABF71-D818-DBAF-5107-923FB6608F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31D46-2FE3-4311-8917-511D656E9266}" type="datetimeFigureOut">
              <a:rPr lang="da-DK" smtClean="0"/>
              <a:t>17-10-2022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4C0A5B-2605-AD68-68B3-D861ECD3C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9FE80E-8802-F6B2-C5E4-A5E481007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F9A27F-54AF-4C4D-8F74-663BE5626444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091075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C71F6-8D3C-CE09-4A4D-5CCDB4FBDB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F9F17B6-9B89-33B1-2FE4-3C396E8305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2D655C-AAC2-AB32-6856-E97AF7610B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4E378D-32A7-058A-6656-BFAC808AD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31D46-2FE3-4311-8917-511D656E9266}" type="datetimeFigureOut">
              <a:rPr lang="da-DK" smtClean="0"/>
              <a:t>17-10-2022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E0F9DC-D4CF-67B4-F729-ABC16515B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3C4388-9C60-B7AA-9EB0-AF15870AC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F9A27F-54AF-4C4D-8F74-663BE5626444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1462235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DE693-5B82-04A2-68AF-480B6D4E8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C74BB7-4711-E0B7-3CC4-9A1F95627D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EA049D-75EE-15A3-CA14-833DD77342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31D46-2FE3-4311-8917-511D656E9266}" type="datetimeFigureOut">
              <a:rPr lang="da-DK" smtClean="0"/>
              <a:t>17-10-2022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B0A0DC-FFAE-B48A-8F75-37CBFA9311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565F41-1649-1536-BD7D-09A691CC2B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F9A27F-54AF-4C4D-8F74-663BE5626444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5343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E08BA10-9592-3BD4-729F-CF6D126136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1B3FD0-1711-B2CC-ECC7-0FA30B1BB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D75A12-A738-5283-F4F7-12FEC839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31D46-2FE3-4311-8917-511D656E9266}" type="datetimeFigureOut">
              <a:rPr lang="da-DK" smtClean="0"/>
              <a:t>17-10-2022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382B28-8CCE-2E59-029A-7E90290BF9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0F6E3B-7CC6-0210-4C67-403E93EF7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F9A27F-54AF-4C4D-8F74-663BE5626444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6801482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ED9DD2-908F-AB28-5BFB-73BDDC362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1F7F80-C2EC-1CE8-B431-50BF1AA394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E1BD49-E9CA-E7D7-22CF-5E2C0546459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331D46-2FE3-4311-8917-511D656E9266}" type="datetimeFigureOut">
              <a:rPr lang="da-DK" smtClean="0"/>
              <a:t>17-10-2022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83A950-A84C-D19F-84CF-9A8305B4D3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61875A-C3B7-D5E3-8D46-39E4F37E0D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F9A27F-54AF-4C4D-8F74-663BE5626444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8918677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retsinformation.dk/faq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888C04-DCF3-4E09-6BBC-C6CF96381E1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/>
              <a:t>Øresundsvandssamarbejdet</a:t>
            </a:r>
            <a:br>
              <a:rPr lang="da-DK" dirty="0"/>
            </a:br>
            <a:r>
              <a:rPr lang="da-DK" dirty="0" err="1"/>
              <a:t>contract</a:t>
            </a:r>
            <a:r>
              <a:rPr lang="da-DK" dirty="0"/>
              <a:t> </a:t>
            </a:r>
            <a:r>
              <a:rPr lang="da-DK" dirty="0" err="1"/>
              <a:t>work</a:t>
            </a:r>
            <a:endParaRPr lang="da-DK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3AA60C-F8CC-F189-DC6E-7E074F17ECC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2135681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8FEB5-1102-4F34-8DFE-080EB3E21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How </a:t>
            </a:r>
            <a:r>
              <a:rPr lang="da-DK" dirty="0" err="1"/>
              <a:t>we</a:t>
            </a:r>
            <a:r>
              <a:rPr lang="da-DK" dirty="0"/>
              <a:t> </a:t>
            </a:r>
            <a:r>
              <a:rPr lang="da-DK" dirty="0" err="1"/>
              <a:t>obtained</a:t>
            </a:r>
            <a:r>
              <a:rPr lang="da-DK" dirty="0"/>
              <a:t> Danish </a:t>
            </a:r>
            <a:r>
              <a:rPr lang="da-DK" dirty="0" err="1"/>
              <a:t>Legislation</a:t>
            </a:r>
            <a:endParaRPr lang="da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EFAFB3-9F10-F6C6-1901-571D9AC4C1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20000"/>
          </a:bodyPr>
          <a:lstStyle/>
          <a:p>
            <a:r>
              <a:rPr lang="da-DK" dirty="0"/>
              <a:t>Restsinformation.dk filter </a:t>
            </a:r>
            <a:r>
              <a:rPr lang="da-DK" dirty="0" err="1"/>
              <a:t>only</a:t>
            </a:r>
            <a:r>
              <a:rPr lang="da-DK" dirty="0"/>
              <a:t> for ”regler” and not </a:t>
            </a:r>
            <a:r>
              <a:rPr lang="da-DK" dirty="0" err="1"/>
              <a:t>including</a:t>
            </a:r>
            <a:r>
              <a:rPr lang="da-DK" dirty="0"/>
              <a:t> </a:t>
            </a:r>
            <a:r>
              <a:rPr lang="da-DK" dirty="0" err="1"/>
              <a:t>historical</a:t>
            </a:r>
            <a:r>
              <a:rPr lang="da-DK" dirty="0"/>
              <a:t> </a:t>
            </a:r>
            <a:r>
              <a:rPr lang="da-DK" dirty="0" err="1"/>
              <a:t>documents</a:t>
            </a:r>
            <a:r>
              <a:rPr lang="da-DK" dirty="0"/>
              <a:t> </a:t>
            </a:r>
          </a:p>
          <a:p>
            <a:pPr lvl="1"/>
            <a:r>
              <a:rPr lang="da-DK" dirty="0" err="1"/>
              <a:t>Historical</a:t>
            </a:r>
            <a:r>
              <a:rPr lang="da-DK" dirty="0"/>
              <a:t> </a:t>
            </a:r>
            <a:r>
              <a:rPr lang="da-DK" dirty="0" err="1"/>
              <a:t>documents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dirty="0" err="1"/>
              <a:t>explained</a:t>
            </a:r>
            <a:r>
              <a:rPr lang="da-DK" dirty="0"/>
              <a:t> </a:t>
            </a:r>
            <a:r>
              <a:rPr lang="da-DK" dirty="0" err="1"/>
              <a:t>here</a:t>
            </a:r>
            <a:r>
              <a:rPr lang="da-DK" dirty="0"/>
              <a:t> : </a:t>
            </a:r>
            <a:r>
              <a:rPr lang="da-DK" dirty="0">
                <a:hlinkClick r:id="rId2"/>
              </a:rPr>
              <a:t>https://www.retsinformation.dk/faq</a:t>
            </a:r>
            <a:r>
              <a:rPr lang="da-DK" dirty="0"/>
              <a:t> </a:t>
            </a:r>
          </a:p>
          <a:p>
            <a:pPr lvl="1"/>
            <a:r>
              <a:rPr lang="da-DK" dirty="0"/>
              <a:t>Same as </a:t>
            </a:r>
            <a:r>
              <a:rPr lang="da-DK" dirty="0" err="1"/>
              <a:t>what</a:t>
            </a:r>
            <a:r>
              <a:rPr lang="da-DK" dirty="0"/>
              <a:t> ”regler </a:t>
            </a:r>
            <a:r>
              <a:rPr lang="da-DK" dirty="0" err="1"/>
              <a:t>means</a:t>
            </a:r>
            <a:r>
              <a:rPr lang="da-DK" dirty="0"/>
              <a:t>: all binding </a:t>
            </a:r>
            <a:r>
              <a:rPr lang="da-DK" dirty="0" err="1"/>
              <a:t>laws</a:t>
            </a:r>
            <a:r>
              <a:rPr lang="da-DK" dirty="0"/>
              <a:t> and </a:t>
            </a:r>
            <a:r>
              <a:rPr lang="da-DK" dirty="0" err="1"/>
              <a:t>regulations</a:t>
            </a:r>
            <a:endParaRPr lang="da-DK" dirty="0"/>
          </a:p>
          <a:p>
            <a:r>
              <a:rPr lang="da-DK" dirty="0"/>
              <a:t>Three </a:t>
            </a:r>
            <a:r>
              <a:rPr lang="da-DK" dirty="0" err="1"/>
              <a:t>search</a:t>
            </a:r>
            <a:r>
              <a:rPr lang="da-DK" dirty="0"/>
              <a:t> </a:t>
            </a:r>
            <a:r>
              <a:rPr lang="da-DK" dirty="0" err="1"/>
              <a:t>queries</a:t>
            </a:r>
            <a:r>
              <a:rPr lang="da-DK" dirty="0"/>
              <a:t> (</a:t>
            </a:r>
            <a:r>
              <a:rPr lang="da-DK" dirty="0" err="1"/>
              <a:t>search</a:t>
            </a:r>
            <a:r>
              <a:rPr lang="da-DK" dirty="0"/>
              <a:t> filters)</a:t>
            </a:r>
          </a:p>
          <a:p>
            <a:pPr marL="914400" lvl="1" indent="-457200">
              <a:buAutoNum type="arabicParenBoth"/>
            </a:pPr>
            <a:r>
              <a:rPr lang="da-DK" dirty="0"/>
              <a:t>”fiskeri”</a:t>
            </a:r>
          </a:p>
          <a:p>
            <a:pPr marL="914400" lvl="1" indent="-457200">
              <a:buAutoNum type="arabicParenBoth"/>
            </a:pPr>
            <a:r>
              <a:rPr lang="da-DK" dirty="0"/>
              <a:t>”jagt”</a:t>
            </a:r>
          </a:p>
          <a:p>
            <a:pPr marL="914400" lvl="1" indent="-457200">
              <a:buAutoNum type="arabicParenBoth"/>
            </a:pPr>
            <a:r>
              <a:rPr lang="da-DK" dirty="0"/>
              <a:t>”</a:t>
            </a:r>
            <a:r>
              <a:rPr lang="da-DK" dirty="0" err="1"/>
              <a:t>søtrafik</a:t>
            </a:r>
            <a:r>
              <a:rPr lang="da-DK" dirty="0"/>
              <a:t>”</a:t>
            </a:r>
          </a:p>
          <a:p>
            <a:r>
              <a:rPr lang="da-DK" dirty="0"/>
              <a:t>In addition </a:t>
            </a:r>
            <a:r>
              <a:rPr lang="da-DK" dirty="0" err="1"/>
              <a:t>within</a:t>
            </a:r>
            <a:r>
              <a:rPr lang="da-DK" dirty="0"/>
              <a:t> fiskeri </a:t>
            </a:r>
            <a:r>
              <a:rPr lang="da-DK" dirty="0" err="1"/>
              <a:t>results</a:t>
            </a:r>
            <a:r>
              <a:rPr lang="da-DK" dirty="0"/>
              <a:t> </a:t>
            </a:r>
            <a:r>
              <a:rPr lang="da-DK" dirty="0" err="1"/>
              <a:t>we</a:t>
            </a:r>
            <a:r>
              <a:rPr lang="da-DK" dirty="0"/>
              <a:t> marked </a:t>
            </a:r>
            <a:r>
              <a:rPr lang="da-DK" dirty="0" err="1"/>
              <a:t>those</a:t>
            </a:r>
            <a:r>
              <a:rPr lang="da-DK" dirty="0"/>
              <a:t> </a:t>
            </a:r>
            <a:r>
              <a:rPr lang="da-DK" dirty="0" err="1"/>
              <a:t>that</a:t>
            </a:r>
            <a:r>
              <a:rPr lang="da-DK" dirty="0"/>
              <a:t> </a:t>
            </a:r>
            <a:r>
              <a:rPr lang="da-DK" dirty="0" err="1"/>
              <a:t>mention</a:t>
            </a:r>
            <a:r>
              <a:rPr lang="da-DK" dirty="0"/>
              <a:t> the </a:t>
            </a:r>
            <a:r>
              <a:rPr lang="da-DK" dirty="0" err="1"/>
              <a:t>strings</a:t>
            </a:r>
            <a:r>
              <a:rPr lang="da-DK" dirty="0"/>
              <a:t> ”harpun”, ”kommercielt fisk”, ”</a:t>
            </a:r>
            <a:r>
              <a:rPr lang="da-DK" dirty="0" err="1"/>
              <a:t>erkvervsmæssigt</a:t>
            </a:r>
            <a:r>
              <a:rPr lang="da-DK" dirty="0"/>
              <a:t> fisk”, and ”</a:t>
            </a:r>
            <a:r>
              <a:rPr lang="da-DK" dirty="0" err="1"/>
              <a:t>erhversfiskeri</a:t>
            </a:r>
            <a:r>
              <a:rPr lang="da-DK" dirty="0"/>
              <a:t>”</a:t>
            </a:r>
          </a:p>
          <a:p>
            <a:r>
              <a:rPr lang="da-DK" dirty="0" err="1"/>
              <a:t>Within</a:t>
            </a:r>
            <a:r>
              <a:rPr lang="da-DK" dirty="0"/>
              <a:t> jagt </a:t>
            </a:r>
            <a:r>
              <a:rPr lang="da-DK" dirty="0" err="1"/>
              <a:t>results</a:t>
            </a:r>
            <a:r>
              <a:rPr lang="da-DK" dirty="0"/>
              <a:t> </a:t>
            </a:r>
            <a:r>
              <a:rPr lang="da-DK" dirty="0" err="1"/>
              <a:t>we</a:t>
            </a:r>
            <a:r>
              <a:rPr lang="da-DK" dirty="0"/>
              <a:t> </a:t>
            </a:r>
            <a:r>
              <a:rPr lang="da-DK" dirty="0" err="1"/>
              <a:t>makes</a:t>
            </a:r>
            <a:r>
              <a:rPr lang="da-DK" dirty="0"/>
              <a:t> </a:t>
            </a:r>
            <a:r>
              <a:rPr lang="da-DK" dirty="0" err="1"/>
              <a:t>those</a:t>
            </a:r>
            <a:r>
              <a:rPr lang="da-DK" dirty="0"/>
              <a:t> </a:t>
            </a:r>
            <a:r>
              <a:rPr lang="da-DK" dirty="0" err="1"/>
              <a:t>that</a:t>
            </a:r>
            <a:r>
              <a:rPr lang="da-DK" dirty="0"/>
              <a:t> </a:t>
            </a:r>
            <a:r>
              <a:rPr lang="da-DK" dirty="0" err="1"/>
              <a:t>mention</a:t>
            </a:r>
            <a:r>
              <a:rPr lang="da-DK" dirty="0"/>
              <a:t> the </a:t>
            </a:r>
            <a:r>
              <a:rPr lang="da-DK" dirty="0" err="1"/>
              <a:t>string</a:t>
            </a:r>
            <a:r>
              <a:rPr lang="da-DK" dirty="0"/>
              <a:t> ”fugle” and ”sæl”</a:t>
            </a:r>
          </a:p>
          <a:p>
            <a:pPr marL="0" indent="0">
              <a:buNone/>
            </a:pPr>
            <a:r>
              <a:rPr lang="da-DK" sz="1900" dirty="0"/>
              <a:t>* </a:t>
            </a:r>
            <a:r>
              <a:rPr lang="da-DK" sz="1900" dirty="0" err="1"/>
              <a:t>these</a:t>
            </a:r>
            <a:r>
              <a:rPr lang="da-DK" sz="1900" dirty="0"/>
              <a:t> </a:t>
            </a:r>
            <a:r>
              <a:rPr lang="da-DK" sz="1900" dirty="0" err="1"/>
              <a:t>included</a:t>
            </a:r>
            <a:r>
              <a:rPr lang="da-DK" sz="1900" dirty="0"/>
              <a:t> </a:t>
            </a:r>
            <a:r>
              <a:rPr lang="da-DK" sz="1900" dirty="0" err="1"/>
              <a:t>both</a:t>
            </a:r>
            <a:r>
              <a:rPr lang="da-DK" sz="1900" dirty="0"/>
              <a:t> </a:t>
            </a:r>
            <a:r>
              <a:rPr lang="da-DK" sz="1900" dirty="0" err="1"/>
              <a:t>uppercase</a:t>
            </a:r>
            <a:r>
              <a:rPr lang="da-DK" sz="1900" dirty="0"/>
              <a:t> and </a:t>
            </a:r>
            <a:r>
              <a:rPr lang="da-DK" sz="1900" dirty="0" err="1"/>
              <a:t>lowercase</a:t>
            </a:r>
            <a:r>
              <a:rPr lang="da-DK" sz="1900" dirty="0"/>
              <a:t> </a:t>
            </a:r>
            <a:r>
              <a:rPr lang="da-DK" sz="1900" dirty="0" err="1"/>
              <a:t>strings</a:t>
            </a:r>
            <a:r>
              <a:rPr lang="da-DK" sz="1900" dirty="0"/>
              <a:t>.</a:t>
            </a:r>
          </a:p>
          <a:p>
            <a:pPr marL="457200" lvl="1" indent="0">
              <a:buNone/>
            </a:pP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8784305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33A66-E0B3-3C8C-BB3D-B857B253B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Additinal</a:t>
            </a:r>
            <a:r>
              <a:rPr lang="da-DK" dirty="0"/>
              <a:t> </a:t>
            </a:r>
            <a:r>
              <a:rPr lang="da-DK" dirty="0" err="1"/>
              <a:t>document</a:t>
            </a:r>
            <a:r>
              <a:rPr lang="da-DK" dirty="0"/>
              <a:t> data </a:t>
            </a:r>
            <a:r>
              <a:rPr lang="da-DK" dirty="0" err="1"/>
              <a:t>attached</a:t>
            </a:r>
            <a:r>
              <a:rPr lang="da-DK" dirty="0"/>
              <a:t> to the </a:t>
            </a:r>
            <a:r>
              <a:rPr lang="da-DK" dirty="0" err="1"/>
              <a:t>text</a:t>
            </a:r>
            <a:endParaRPr lang="da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D53334-4D21-9267-1C8D-1955C76B41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9118992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D6A88-259A-1CC5-5021-AB763FA11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”</a:t>
            </a:r>
            <a:r>
              <a:rPr lang="da-DK" dirty="0" err="1"/>
              <a:t>cleaning</a:t>
            </a:r>
            <a:r>
              <a:rPr lang="da-DK" dirty="0"/>
              <a:t>” the data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F420F3-C555-37E4-0988-D11E0C43DA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 err="1"/>
              <a:t>Filtered</a:t>
            </a:r>
            <a:r>
              <a:rPr lang="da-DK" dirty="0"/>
              <a:t> </a:t>
            </a:r>
            <a:r>
              <a:rPr lang="da-DK" dirty="0" err="1"/>
              <a:t>only</a:t>
            </a:r>
            <a:r>
              <a:rPr lang="da-DK" dirty="0"/>
              <a:t> for DK </a:t>
            </a:r>
            <a:r>
              <a:rPr lang="da-DK" dirty="0" err="1"/>
              <a:t>documents</a:t>
            </a:r>
            <a:r>
              <a:rPr lang="da-DK" dirty="0"/>
              <a:t> </a:t>
            </a:r>
            <a:r>
              <a:rPr lang="da-DK" dirty="0" err="1"/>
              <a:t>which</a:t>
            </a:r>
            <a:r>
              <a:rPr lang="da-DK" dirty="0"/>
              <a:t> link to an EU legal </a:t>
            </a:r>
            <a:r>
              <a:rPr lang="da-DK" dirty="0" err="1"/>
              <a:t>act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0297020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</TotalTime>
  <Words>143</Words>
  <Application>Microsoft Office PowerPoint</Application>
  <PresentationFormat>Widescreen</PresentationFormat>
  <Paragraphs>15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Øresundsvandssamarbejdet contract work</vt:lpstr>
      <vt:lpstr>How we obtained Danish Legislation</vt:lpstr>
      <vt:lpstr>Additinal document data attached to the text</vt:lpstr>
      <vt:lpstr>”cleaning” the data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Øresundsvandssamarbejdet contract work</dc:title>
  <dc:creator>Anna Elizabeth Jorgensen</dc:creator>
  <cp:lastModifiedBy>Anna Elizabeth Jorgensen</cp:lastModifiedBy>
  <cp:revision>1</cp:revision>
  <dcterms:created xsi:type="dcterms:W3CDTF">2022-10-17T12:46:41Z</dcterms:created>
  <dcterms:modified xsi:type="dcterms:W3CDTF">2022-10-17T14:51:56Z</dcterms:modified>
</cp:coreProperties>
</file>