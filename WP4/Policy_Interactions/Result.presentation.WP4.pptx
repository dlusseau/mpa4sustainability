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6" r:id="rId3"/>
    <p:sldId id="267" r:id="rId4"/>
    <p:sldId id="268" r:id="rId5"/>
    <p:sldId id="269" r:id="rId6"/>
    <p:sldId id="270" r:id="rId7"/>
    <p:sldId id="271" r:id="rId8"/>
    <p:sldId id="272" r:id="rId9"/>
    <p:sldId id="274" r:id="rId10"/>
    <p:sldId id="273" r:id="rId11"/>
  </p:sldIdLst>
  <p:sldSz cx="12192000" cy="6858000"/>
  <p:notesSz cx="6858000" cy="9144000"/>
  <p:defaultTextStyle>
    <a:defPPr>
      <a:defRPr lang="da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3327C33-8C8A-4A1E-A100-95B576C7BAA0}" v="48" dt="2023-02-14T08:45:57.69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6341" autoAdjust="0"/>
    <p:restoredTop sz="94660"/>
  </p:normalViewPr>
  <p:slideViewPr>
    <p:cSldViewPr snapToGrid="0">
      <p:cViewPr varScale="1">
        <p:scale>
          <a:sx n="67" d="100"/>
          <a:sy n="67" d="100"/>
        </p:scale>
        <p:origin x="976" y="3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na Elizabeth Jorgensen" userId="16327246-ef74-44a4-85d3-b08eb3538015" providerId="ADAL" clId="{33327C33-8C8A-4A1E-A100-95B576C7BAA0}"/>
    <pc:docChg chg="undo custSel addSld delSld modSld sldOrd">
      <pc:chgData name="Anna Elizabeth Jorgensen" userId="16327246-ef74-44a4-85d3-b08eb3538015" providerId="ADAL" clId="{33327C33-8C8A-4A1E-A100-95B576C7BAA0}" dt="2023-02-14T09:11:57.859" v="5346" actId="20577"/>
      <pc:docMkLst>
        <pc:docMk/>
      </pc:docMkLst>
      <pc:sldChg chg="ord">
        <pc:chgData name="Anna Elizabeth Jorgensen" userId="16327246-ef74-44a4-85d3-b08eb3538015" providerId="ADAL" clId="{33327C33-8C8A-4A1E-A100-95B576C7BAA0}" dt="2023-02-13T14:01:11.676" v="17"/>
        <pc:sldMkLst>
          <pc:docMk/>
          <pc:sldMk cId="1122847369" sldId="256"/>
        </pc:sldMkLst>
      </pc:sldChg>
      <pc:sldChg chg="del">
        <pc:chgData name="Anna Elizabeth Jorgensen" userId="16327246-ef74-44a4-85d3-b08eb3538015" providerId="ADAL" clId="{33327C33-8C8A-4A1E-A100-95B576C7BAA0}" dt="2023-02-13T14:00:14.947" v="0" actId="47"/>
        <pc:sldMkLst>
          <pc:docMk/>
          <pc:sldMk cId="1211852616" sldId="256"/>
        </pc:sldMkLst>
      </pc:sldChg>
      <pc:sldChg chg="del">
        <pc:chgData name="Anna Elizabeth Jorgensen" userId="16327246-ef74-44a4-85d3-b08eb3538015" providerId="ADAL" clId="{33327C33-8C8A-4A1E-A100-95B576C7BAA0}" dt="2023-02-13T14:00:15.955" v="1" actId="47"/>
        <pc:sldMkLst>
          <pc:docMk/>
          <pc:sldMk cId="2248817919" sldId="257"/>
        </pc:sldMkLst>
      </pc:sldChg>
      <pc:sldChg chg="del">
        <pc:chgData name="Anna Elizabeth Jorgensen" userId="16327246-ef74-44a4-85d3-b08eb3538015" providerId="ADAL" clId="{33327C33-8C8A-4A1E-A100-95B576C7BAA0}" dt="2023-02-13T14:00:19.131" v="2" actId="47"/>
        <pc:sldMkLst>
          <pc:docMk/>
          <pc:sldMk cId="2878552612" sldId="258"/>
        </pc:sldMkLst>
      </pc:sldChg>
      <pc:sldChg chg="del">
        <pc:chgData name="Anna Elizabeth Jorgensen" userId="16327246-ef74-44a4-85d3-b08eb3538015" providerId="ADAL" clId="{33327C33-8C8A-4A1E-A100-95B576C7BAA0}" dt="2023-02-13T14:00:20.172" v="3" actId="47"/>
        <pc:sldMkLst>
          <pc:docMk/>
          <pc:sldMk cId="1796433200" sldId="259"/>
        </pc:sldMkLst>
      </pc:sldChg>
      <pc:sldChg chg="del">
        <pc:chgData name="Anna Elizabeth Jorgensen" userId="16327246-ef74-44a4-85d3-b08eb3538015" providerId="ADAL" clId="{33327C33-8C8A-4A1E-A100-95B576C7BAA0}" dt="2023-02-13T14:00:22.201" v="4" actId="47"/>
        <pc:sldMkLst>
          <pc:docMk/>
          <pc:sldMk cId="722555615" sldId="260"/>
        </pc:sldMkLst>
      </pc:sldChg>
      <pc:sldChg chg="del">
        <pc:chgData name="Anna Elizabeth Jorgensen" userId="16327246-ef74-44a4-85d3-b08eb3538015" providerId="ADAL" clId="{33327C33-8C8A-4A1E-A100-95B576C7BAA0}" dt="2023-02-13T14:00:22.912" v="5" actId="47"/>
        <pc:sldMkLst>
          <pc:docMk/>
          <pc:sldMk cId="3247904576" sldId="261"/>
        </pc:sldMkLst>
      </pc:sldChg>
      <pc:sldChg chg="del">
        <pc:chgData name="Anna Elizabeth Jorgensen" userId="16327246-ef74-44a4-85d3-b08eb3538015" providerId="ADAL" clId="{33327C33-8C8A-4A1E-A100-95B576C7BAA0}" dt="2023-02-13T14:00:24.999" v="7" actId="47"/>
        <pc:sldMkLst>
          <pc:docMk/>
          <pc:sldMk cId="1140044782" sldId="262"/>
        </pc:sldMkLst>
      </pc:sldChg>
      <pc:sldChg chg="del">
        <pc:chgData name="Anna Elizabeth Jorgensen" userId="16327246-ef74-44a4-85d3-b08eb3538015" providerId="ADAL" clId="{33327C33-8C8A-4A1E-A100-95B576C7BAA0}" dt="2023-02-13T14:00:29.312" v="9" actId="47"/>
        <pc:sldMkLst>
          <pc:docMk/>
          <pc:sldMk cId="1461501907" sldId="263"/>
        </pc:sldMkLst>
      </pc:sldChg>
      <pc:sldChg chg="del">
        <pc:chgData name="Anna Elizabeth Jorgensen" userId="16327246-ef74-44a4-85d3-b08eb3538015" providerId="ADAL" clId="{33327C33-8C8A-4A1E-A100-95B576C7BAA0}" dt="2023-02-13T14:00:23.644" v="6" actId="47"/>
        <pc:sldMkLst>
          <pc:docMk/>
          <pc:sldMk cId="4065069674" sldId="264"/>
        </pc:sldMkLst>
      </pc:sldChg>
      <pc:sldChg chg="del">
        <pc:chgData name="Anna Elizabeth Jorgensen" userId="16327246-ef74-44a4-85d3-b08eb3538015" providerId="ADAL" clId="{33327C33-8C8A-4A1E-A100-95B576C7BAA0}" dt="2023-02-13T14:00:26.010" v="8" actId="47"/>
        <pc:sldMkLst>
          <pc:docMk/>
          <pc:sldMk cId="2573923139" sldId="265"/>
        </pc:sldMkLst>
      </pc:sldChg>
      <pc:sldChg chg="addSp delSp modSp mod">
        <pc:chgData name="Anna Elizabeth Jorgensen" userId="16327246-ef74-44a4-85d3-b08eb3538015" providerId="ADAL" clId="{33327C33-8C8A-4A1E-A100-95B576C7BAA0}" dt="2023-02-14T09:01:06.368" v="4637" actId="1076"/>
        <pc:sldMkLst>
          <pc:docMk/>
          <pc:sldMk cId="759310393" sldId="266"/>
        </pc:sldMkLst>
        <pc:spChg chg="add del mod">
          <ac:chgData name="Anna Elizabeth Jorgensen" userId="16327246-ef74-44a4-85d3-b08eb3538015" providerId="ADAL" clId="{33327C33-8C8A-4A1E-A100-95B576C7BAA0}" dt="2023-02-13T14:03:06.771" v="62" actId="478"/>
          <ac:spMkLst>
            <pc:docMk/>
            <pc:sldMk cId="759310393" sldId="266"/>
            <ac:spMk id="2" creationId="{B2E01108-51E7-93E6-4414-54B585A4DD04}"/>
          </ac:spMkLst>
        </pc:spChg>
        <pc:spChg chg="add mod">
          <ac:chgData name="Anna Elizabeth Jorgensen" userId="16327246-ef74-44a4-85d3-b08eb3538015" providerId="ADAL" clId="{33327C33-8C8A-4A1E-A100-95B576C7BAA0}" dt="2023-02-14T07:43:50.214" v="3737" actId="20577"/>
          <ac:spMkLst>
            <pc:docMk/>
            <pc:sldMk cId="759310393" sldId="266"/>
            <ac:spMk id="3" creationId="{9B92312B-6C29-8804-0EB2-B60D9F9B6165}"/>
          </ac:spMkLst>
        </pc:spChg>
        <pc:spChg chg="mod">
          <ac:chgData name="Anna Elizabeth Jorgensen" userId="16327246-ef74-44a4-85d3-b08eb3538015" providerId="ADAL" clId="{33327C33-8C8A-4A1E-A100-95B576C7BAA0}" dt="2023-02-13T14:01:45.704" v="21" actId="1076"/>
          <ac:spMkLst>
            <pc:docMk/>
            <pc:sldMk cId="759310393" sldId="266"/>
            <ac:spMk id="4" creationId="{0A7DDDF4-A54E-5A7F-5900-89E3A9DC9AF1}"/>
          </ac:spMkLst>
        </pc:spChg>
        <pc:spChg chg="add mod">
          <ac:chgData name="Anna Elizabeth Jorgensen" userId="16327246-ef74-44a4-85d3-b08eb3538015" providerId="ADAL" clId="{33327C33-8C8A-4A1E-A100-95B576C7BAA0}" dt="2023-02-13T14:06:41.708" v="336" actId="14100"/>
          <ac:spMkLst>
            <pc:docMk/>
            <pc:sldMk cId="759310393" sldId="266"/>
            <ac:spMk id="5" creationId="{DDB7BE22-D465-2B7D-EB45-24F23C000FB1}"/>
          </ac:spMkLst>
        </pc:spChg>
        <pc:spChg chg="mod">
          <ac:chgData name="Anna Elizabeth Jorgensen" userId="16327246-ef74-44a4-85d3-b08eb3538015" providerId="ADAL" clId="{33327C33-8C8A-4A1E-A100-95B576C7BAA0}" dt="2023-02-13T14:09:02.468" v="353" actId="255"/>
          <ac:spMkLst>
            <pc:docMk/>
            <pc:sldMk cId="759310393" sldId="266"/>
            <ac:spMk id="6" creationId="{F0AEBC7A-F189-D7F1-AB86-BBD0E403EDA6}"/>
          </ac:spMkLst>
        </pc:spChg>
        <pc:spChg chg="mod">
          <ac:chgData name="Anna Elizabeth Jorgensen" userId="16327246-ef74-44a4-85d3-b08eb3538015" providerId="ADAL" clId="{33327C33-8C8A-4A1E-A100-95B576C7BAA0}" dt="2023-02-13T14:01:45.704" v="21" actId="1076"/>
          <ac:spMkLst>
            <pc:docMk/>
            <pc:sldMk cId="759310393" sldId="266"/>
            <ac:spMk id="7" creationId="{1883D803-871E-635A-0271-AE22C442A14B}"/>
          </ac:spMkLst>
        </pc:spChg>
        <pc:spChg chg="add mod">
          <ac:chgData name="Anna Elizabeth Jorgensen" userId="16327246-ef74-44a4-85d3-b08eb3538015" providerId="ADAL" clId="{33327C33-8C8A-4A1E-A100-95B576C7BAA0}" dt="2023-02-13T14:06:37.033" v="334" actId="14100"/>
          <ac:spMkLst>
            <pc:docMk/>
            <pc:sldMk cId="759310393" sldId="266"/>
            <ac:spMk id="8" creationId="{D91D0C90-0014-FDB2-D4F2-A2A690B9347B}"/>
          </ac:spMkLst>
        </pc:spChg>
        <pc:spChg chg="del mod">
          <ac:chgData name="Anna Elizabeth Jorgensen" userId="16327246-ef74-44a4-85d3-b08eb3538015" providerId="ADAL" clId="{33327C33-8C8A-4A1E-A100-95B576C7BAA0}" dt="2023-02-13T14:03:08.427" v="63" actId="478"/>
          <ac:spMkLst>
            <pc:docMk/>
            <pc:sldMk cId="759310393" sldId="266"/>
            <ac:spMk id="12" creationId="{668FD0B1-2588-6288-41A4-880E2D643C58}"/>
          </ac:spMkLst>
        </pc:spChg>
        <pc:spChg chg="del mod">
          <ac:chgData name="Anna Elizabeth Jorgensen" userId="16327246-ef74-44a4-85d3-b08eb3538015" providerId="ADAL" clId="{33327C33-8C8A-4A1E-A100-95B576C7BAA0}" dt="2023-02-13T14:02:23.527" v="37" actId="478"/>
          <ac:spMkLst>
            <pc:docMk/>
            <pc:sldMk cId="759310393" sldId="266"/>
            <ac:spMk id="13" creationId="{1B3A450B-B5C5-DA5F-A168-14CAEDFF9548}"/>
          </ac:spMkLst>
        </pc:spChg>
        <pc:spChg chg="mod">
          <ac:chgData name="Anna Elizabeth Jorgensen" userId="16327246-ef74-44a4-85d3-b08eb3538015" providerId="ADAL" clId="{33327C33-8C8A-4A1E-A100-95B576C7BAA0}" dt="2023-02-14T09:01:06.368" v="4637" actId="1076"/>
          <ac:spMkLst>
            <pc:docMk/>
            <pc:sldMk cId="759310393" sldId="266"/>
            <ac:spMk id="34" creationId="{66383C48-3A42-034B-37F1-1035DD34A8B0}"/>
          </ac:spMkLst>
        </pc:spChg>
        <pc:spChg chg="mod">
          <ac:chgData name="Anna Elizabeth Jorgensen" userId="16327246-ef74-44a4-85d3-b08eb3538015" providerId="ADAL" clId="{33327C33-8C8A-4A1E-A100-95B576C7BAA0}" dt="2023-02-13T14:03:18.397" v="66" actId="1076"/>
          <ac:spMkLst>
            <pc:docMk/>
            <pc:sldMk cId="759310393" sldId="266"/>
            <ac:spMk id="38" creationId="{D2FF6B7E-1969-6D0E-135B-FB7AFD71521B}"/>
          </ac:spMkLst>
        </pc:spChg>
        <pc:spChg chg="mod">
          <ac:chgData name="Anna Elizabeth Jorgensen" userId="16327246-ef74-44a4-85d3-b08eb3538015" providerId="ADAL" clId="{33327C33-8C8A-4A1E-A100-95B576C7BAA0}" dt="2023-02-13T14:01:45.704" v="21" actId="1076"/>
          <ac:spMkLst>
            <pc:docMk/>
            <pc:sldMk cId="759310393" sldId="266"/>
            <ac:spMk id="50" creationId="{BCCC681D-4C4E-4743-9009-74C3290129FA}"/>
          </ac:spMkLst>
        </pc:spChg>
        <pc:spChg chg="mod">
          <ac:chgData name="Anna Elizabeth Jorgensen" userId="16327246-ef74-44a4-85d3-b08eb3538015" providerId="ADAL" clId="{33327C33-8C8A-4A1E-A100-95B576C7BAA0}" dt="2023-02-13T14:03:18.397" v="66" actId="1076"/>
          <ac:spMkLst>
            <pc:docMk/>
            <pc:sldMk cId="759310393" sldId="266"/>
            <ac:spMk id="103" creationId="{BE57B42F-2AA8-F870-9491-3BD31AA45EE9}"/>
          </ac:spMkLst>
        </pc:spChg>
        <pc:spChg chg="mod">
          <ac:chgData name="Anna Elizabeth Jorgensen" userId="16327246-ef74-44a4-85d3-b08eb3538015" providerId="ADAL" clId="{33327C33-8C8A-4A1E-A100-95B576C7BAA0}" dt="2023-02-13T14:06:52.266" v="338" actId="14100"/>
          <ac:spMkLst>
            <pc:docMk/>
            <pc:sldMk cId="759310393" sldId="266"/>
            <ac:spMk id="110" creationId="{571BB537-2331-71D5-E940-AB8357AC6E22}"/>
          </ac:spMkLst>
        </pc:spChg>
        <pc:grpChg chg="mod">
          <ac:chgData name="Anna Elizabeth Jorgensen" userId="16327246-ef74-44a4-85d3-b08eb3538015" providerId="ADAL" clId="{33327C33-8C8A-4A1E-A100-95B576C7BAA0}" dt="2023-02-13T14:01:45.704" v="21" actId="1076"/>
          <ac:grpSpMkLst>
            <pc:docMk/>
            <pc:sldMk cId="759310393" sldId="266"/>
            <ac:grpSpMk id="101" creationId="{AB81F1DE-5134-FD19-541D-ACFB02548FEA}"/>
          </ac:grpSpMkLst>
        </pc:grpChg>
        <pc:picChg chg="mod">
          <ac:chgData name="Anna Elizabeth Jorgensen" userId="16327246-ef74-44a4-85d3-b08eb3538015" providerId="ADAL" clId="{33327C33-8C8A-4A1E-A100-95B576C7BAA0}" dt="2023-02-13T14:01:45.704" v="21" actId="1076"/>
          <ac:picMkLst>
            <pc:docMk/>
            <pc:sldMk cId="759310393" sldId="266"/>
            <ac:picMk id="20" creationId="{5963E2ED-20B0-066E-25EF-D003BF15CECD}"/>
          </ac:picMkLst>
        </pc:picChg>
        <pc:picChg chg="mod">
          <ac:chgData name="Anna Elizabeth Jorgensen" userId="16327246-ef74-44a4-85d3-b08eb3538015" providerId="ADAL" clId="{33327C33-8C8A-4A1E-A100-95B576C7BAA0}" dt="2023-02-13T14:01:45.704" v="21" actId="1076"/>
          <ac:picMkLst>
            <pc:docMk/>
            <pc:sldMk cId="759310393" sldId="266"/>
            <ac:picMk id="21" creationId="{E818E953-21FE-8075-9BB6-1E685AF44356}"/>
          </ac:picMkLst>
        </pc:picChg>
        <pc:picChg chg="mod">
          <ac:chgData name="Anna Elizabeth Jorgensen" userId="16327246-ef74-44a4-85d3-b08eb3538015" providerId="ADAL" clId="{33327C33-8C8A-4A1E-A100-95B576C7BAA0}" dt="2023-02-13T14:01:45.704" v="21" actId="1076"/>
          <ac:picMkLst>
            <pc:docMk/>
            <pc:sldMk cId="759310393" sldId="266"/>
            <ac:picMk id="22" creationId="{38DC20BC-1239-9ACB-48E3-110C917AD314}"/>
          </ac:picMkLst>
        </pc:picChg>
        <pc:picChg chg="mod">
          <ac:chgData name="Anna Elizabeth Jorgensen" userId="16327246-ef74-44a4-85d3-b08eb3538015" providerId="ADAL" clId="{33327C33-8C8A-4A1E-A100-95B576C7BAA0}" dt="2023-02-13T14:01:45.704" v="21" actId="1076"/>
          <ac:picMkLst>
            <pc:docMk/>
            <pc:sldMk cId="759310393" sldId="266"/>
            <ac:picMk id="23" creationId="{D0A86861-D495-DB17-7D84-8B35E5964810}"/>
          </ac:picMkLst>
        </pc:picChg>
        <pc:cxnChg chg="mod">
          <ac:chgData name="Anna Elizabeth Jorgensen" userId="16327246-ef74-44a4-85d3-b08eb3538015" providerId="ADAL" clId="{33327C33-8C8A-4A1E-A100-95B576C7BAA0}" dt="2023-02-13T14:01:45.704" v="21" actId="1076"/>
          <ac:cxnSpMkLst>
            <pc:docMk/>
            <pc:sldMk cId="759310393" sldId="266"/>
            <ac:cxnSpMk id="9" creationId="{433B5DCF-8F9F-4825-B866-148CB5E081F2}"/>
          </ac:cxnSpMkLst>
        </pc:cxnChg>
        <pc:cxnChg chg="mod">
          <ac:chgData name="Anna Elizabeth Jorgensen" userId="16327246-ef74-44a4-85d3-b08eb3538015" providerId="ADAL" clId="{33327C33-8C8A-4A1E-A100-95B576C7BAA0}" dt="2023-02-13T14:01:45.704" v="21" actId="1076"/>
          <ac:cxnSpMkLst>
            <pc:docMk/>
            <pc:sldMk cId="759310393" sldId="266"/>
            <ac:cxnSpMk id="11" creationId="{D0F6D07F-CCF1-8AA0-915F-8F5A6FCF99FD}"/>
          </ac:cxnSpMkLst>
        </pc:cxnChg>
        <pc:cxnChg chg="mod">
          <ac:chgData name="Anna Elizabeth Jorgensen" userId="16327246-ef74-44a4-85d3-b08eb3538015" providerId="ADAL" clId="{33327C33-8C8A-4A1E-A100-95B576C7BAA0}" dt="2023-02-13T14:01:45.704" v="21" actId="1076"/>
          <ac:cxnSpMkLst>
            <pc:docMk/>
            <pc:sldMk cId="759310393" sldId="266"/>
            <ac:cxnSpMk id="15" creationId="{5F8E9009-5BE1-D17E-6D60-8F5FA34947C6}"/>
          </ac:cxnSpMkLst>
        </pc:cxnChg>
        <pc:cxnChg chg="mod">
          <ac:chgData name="Anna Elizabeth Jorgensen" userId="16327246-ef74-44a4-85d3-b08eb3538015" providerId="ADAL" clId="{33327C33-8C8A-4A1E-A100-95B576C7BAA0}" dt="2023-02-13T14:08:59.434" v="352" actId="1076"/>
          <ac:cxnSpMkLst>
            <pc:docMk/>
            <pc:sldMk cId="759310393" sldId="266"/>
            <ac:cxnSpMk id="17" creationId="{1AAD43DA-1E6E-F6CD-F77E-F21EC0A390C7}"/>
          </ac:cxnSpMkLst>
        </pc:cxnChg>
        <pc:cxnChg chg="del mod">
          <ac:chgData name="Anna Elizabeth Jorgensen" userId="16327246-ef74-44a4-85d3-b08eb3538015" providerId="ADAL" clId="{33327C33-8C8A-4A1E-A100-95B576C7BAA0}" dt="2023-02-13T14:03:09.313" v="64" actId="478"/>
          <ac:cxnSpMkLst>
            <pc:docMk/>
            <pc:sldMk cId="759310393" sldId="266"/>
            <ac:cxnSpMk id="111" creationId="{7A5467DC-AA20-52F7-52EB-83FC40F882E9}"/>
          </ac:cxnSpMkLst>
        </pc:cxnChg>
        <pc:cxnChg chg="del mod">
          <ac:chgData name="Anna Elizabeth Jorgensen" userId="16327246-ef74-44a4-85d3-b08eb3538015" providerId="ADAL" clId="{33327C33-8C8A-4A1E-A100-95B576C7BAA0}" dt="2023-02-13T14:03:10.743" v="65" actId="478"/>
          <ac:cxnSpMkLst>
            <pc:docMk/>
            <pc:sldMk cId="759310393" sldId="266"/>
            <ac:cxnSpMk id="113" creationId="{C26A1942-4967-33DA-3110-524502C357D2}"/>
          </ac:cxnSpMkLst>
        </pc:cxnChg>
        <pc:cxnChg chg="mod">
          <ac:chgData name="Anna Elizabeth Jorgensen" userId="16327246-ef74-44a4-85d3-b08eb3538015" providerId="ADAL" clId="{33327C33-8C8A-4A1E-A100-95B576C7BAA0}" dt="2023-02-13T14:03:25.564" v="67" actId="1076"/>
          <ac:cxnSpMkLst>
            <pc:docMk/>
            <pc:sldMk cId="759310393" sldId="266"/>
            <ac:cxnSpMk id="114" creationId="{E0B9FD49-4D41-E387-4F6C-6C2644B68577}"/>
          </ac:cxnSpMkLst>
        </pc:cxnChg>
        <pc:cxnChg chg="mod">
          <ac:chgData name="Anna Elizabeth Jorgensen" userId="16327246-ef74-44a4-85d3-b08eb3538015" providerId="ADAL" clId="{33327C33-8C8A-4A1E-A100-95B576C7BAA0}" dt="2023-02-13T14:06:55.214" v="339" actId="1076"/>
          <ac:cxnSpMkLst>
            <pc:docMk/>
            <pc:sldMk cId="759310393" sldId="266"/>
            <ac:cxnSpMk id="116" creationId="{09E86055-BACF-C34F-378C-1D5967BB1F71}"/>
          </ac:cxnSpMkLst>
        </pc:cxnChg>
        <pc:cxnChg chg="mod">
          <ac:chgData name="Anna Elizabeth Jorgensen" userId="16327246-ef74-44a4-85d3-b08eb3538015" providerId="ADAL" clId="{33327C33-8C8A-4A1E-A100-95B576C7BAA0}" dt="2023-02-13T14:06:59.851" v="341" actId="14100"/>
          <ac:cxnSpMkLst>
            <pc:docMk/>
            <pc:sldMk cId="759310393" sldId="266"/>
            <ac:cxnSpMk id="117" creationId="{D16D8493-018D-62E5-ACC7-D7572A916C83}"/>
          </ac:cxnSpMkLst>
        </pc:cxnChg>
      </pc:sldChg>
      <pc:sldChg chg="addSp delSp modSp new mod">
        <pc:chgData name="Anna Elizabeth Jorgensen" userId="16327246-ef74-44a4-85d3-b08eb3538015" providerId="ADAL" clId="{33327C33-8C8A-4A1E-A100-95B576C7BAA0}" dt="2023-02-13T14:14:58.401" v="537" actId="1076"/>
        <pc:sldMkLst>
          <pc:docMk/>
          <pc:sldMk cId="798511861" sldId="267"/>
        </pc:sldMkLst>
        <pc:spChg chg="mod">
          <ac:chgData name="Anna Elizabeth Jorgensen" userId="16327246-ef74-44a4-85d3-b08eb3538015" providerId="ADAL" clId="{33327C33-8C8A-4A1E-A100-95B576C7BAA0}" dt="2023-02-13T14:09:57.874" v="383" actId="20577"/>
          <ac:spMkLst>
            <pc:docMk/>
            <pc:sldMk cId="798511861" sldId="267"/>
            <ac:spMk id="2" creationId="{3A0B470B-D0C6-F68A-0CC7-0D66580FE395}"/>
          </ac:spMkLst>
        </pc:spChg>
        <pc:spChg chg="del">
          <ac:chgData name="Anna Elizabeth Jorgensen" userId="16327246-ef74-44a4-85d3-b08eb3538015" providerId="ADAL" clId="{33327C33-8C8A-4A1E-A100-95B576C7BAA0}" dt="2023-02-13T14:11:58.404" v="384"/>
          <ac:spMkLst>
            <pc:docMk/>
            <pc:sldMk cId="798511861" sldId="267"/>
            <ac:spMk id="3" creationId="{32532357-3FE3-E7DA-10BA-DC7135DD4CF4}"/>
          </ac:spMkLst>
        </pc:spChg>
        <pc:spChg chg="add mod">
          <ac:chgData name="Anna Elizabeth Jorgensen" userId="16327246-ef74-44a4-85d3-b08eb3538015" providerId="ADAL" clId="{33327C33-8C8A-4A1E-A100-95B576C7BAA0}" dt="2023-02-13T14:13:01.936" v="396" actId="14100"/>
          <ac:spMkLst>
            <pc:docMk/>
            <pc:sldMk cId="798511861" sldId="267"/>
            <ac:spMk id="6" creationId="{BFF48498-A873-FBF7-F2DA-83BDDEE85531}"/>
          </ac:spMkLst>
        </pc:spChg>
        <pc:spChg chg="add mod">
          <ac:chgData name="Anna Elizabeth Jorgensen" userId="16327246-ef74-44a4-85d3-b08eb3538015" providerId="ADAL" clId="{33327C33-8C8A-4A1E-A100-95B576C7BAA0}" dt="2023-02-13T14:14:03.402" v="486" actId="5793"/>
          <ac:spMkLst>
            <pc:docMk/>
            <pc:sldMk cId="798511861" sldId="267"/>
            <ac:spMk id="7" creationId="{0D0524AB-A61A-6F96-ECCF-C37A792D750D}"/>
          </ac:spMkLst>
        </pc:spChg>
        <pc:spChg chg="add mod">
          <ac:chgData name="Anna Elizabeth Jorgensen" userId="16327246-ef74-44a4-85d3-b08eb3538015" providerId="ADAL" clId="{33327C33-8C8A-4A1E-A100-95B576C7BAA0}" dt="2023-02-13T14:14:32.055" v="490" actId="1076"/>
          <ac:spMkLst>
            <pc:docMk/>
            <pc:sldMk cId="798511861" sldId="267"/>
            <ac:spMk id="8" creationId="{D9F352EF-68F6-F19B-5F6E-B2811EA85967}"/>
          </ac:spMkLst>
        </pc:spChg>
        <pc:spChg chg="add mod">
          <ac:chgData name="Anna Elizabeth Jorgensen" userId="16327246-ef74-44a4-85d3-b08eb3538015" providerId="ADAL" clId="{33327C33-8C8A-4A1E-A100-95B576C7BAA0}" dt="2023-02-13T14:14:58.401" v="537" actId="1076"/>
          <ac:spMkLst>
            <pc:docMk/>
            <pc:sldMk cId="798511861" sldId="267"/>
            <ac:spMk id="9" creationId="{03ABB12B-1ED3-B1A4-2FF6-AA5978E6B024}"/>
          </ac:spMkLst>
        </pc:spChg>
        <pc:picChg chg="add mod">
          <ac:chgData name="Anna Elizabeth Jorgensen" userId="16327246-ef74-44a4-85d3-b08eb3538015" providerId="ADAL" clId="{33327C33-8C8A-4A1E-A100-95B576C7BAA0}" dt="2023-02-13T14:12:39.375" v="393" actId="1076"/>
          <ac:picMkLst>
            <pc:docMk/>
            <pc:sldMk cId="798511861" sldId="267"/>
            <ac:picMk id="5" creationId="{15977054-866B-4715-D5EE-6BAD5CFCB0E9}"/>
          </ac:picMkLst>
        </pc:picChg>
      </pc:sldChg>
      <pc:sldChg chg="new del ord">
        <pc:chgData name="Anna Elizabeth Jorgensen" userId="16327246-ef74-44a4-85d3-b08eb3538015" providerId="ADAL" clId="{33327C33-8C8A-4A1E-A100-95B576C7BAA0}" dt="2023-02-13T14:01:12.415" v="18" actId="47"/>
        <pc:sldMkLst>
          <pc:docMk/>
          <pc:sldMk cId="2581568834" sldId="267"/>
        </pc:sldMkLst>
      </pc:sldChg>
      <pc:sldChg chg="del">
        <pc:chgData name="Anna Elizabeth Jorgensen" userId="16327246-ef74-44a4-85d3-b08eb3538015" providerId="ADAL" clId="{33327C33-8C8A-4A1E-A100-95B576C7BAA0}" dt="2023-02-13T14:00:30.109" v="10" actId="47"/>
        <pc:sldMkLst>
          <pc:docMk/>
          <pc:sldMk cId="2958593026" sldId="267"/>
        </pc:sldMkLst>
      </pc:sldChg>
      <pc:sldChg chg="del">
        <pc:chgData name="Anna Elizabeth Jorgensen" userId="16327246-ef74-44a4-85d3-b08eb3538015" providerId="ADAL" clId="{33327C33-8C8A-4A1E-A100-95B576C7BAA0}" dt="2023-02-13T14:00:30.477" v="11" actId="47"/>
        <pc:sldMkLst>
          <pc:docMk/>
          <pc:sldMk cId="2988965862" sldId="268"/>
        </pc:sldMkLst>
      </pc:sldChg>
      <pc:sldChg chg="addSp delSp modSp new mod">
        <pc:chgData name="Anna Elizabeth Jorgensen" userId="16327246-ef74-44a4-85d3-b08eb3538015" providerId="ADAL" clId="{33327C33-8C8A-4A1E-A100-95B576C7BAA0}" dt="2023-02-13T15:06:53.559" v="2080" actId="1076"/>
        <pc:sldMkLst>
          <pc:docMk/>
          <pc:sldMk cId="3502088797" sldId="268"/>
        </pc:sldMkLst>
        <pc:spChg chg="mod">
          <ac:chgData name="Anna Elizabeth Jorgensen" userId="16327246-ef74-44a4-85d3-b08eb3538015" providerId="ADAL" clId="{33327C33-8C8A-4A1E-A100-95B576C7BAA0}" dt="2023-02-13T14:53:20.074" v="1200" actId="1076"/>
          <ac:spMkLst>
            <pc:docMk/>
            <pc:sldMk cId="3502088797" sldId="268"/>
            <ac:spMk id="2" creationId="{91109E39-3C2B-8F67-7C7A-3C02CC4BE429}"/>
          </ac:spMkLst>
        </pc:spChg>
        <pc:spChg chg="del">
          <ac:chgData name="Anna Elizabeth Jorgensen" userId="16327246-ef74-44a4-85d3-b08eb3538015" providerId="ADAL" clId="{33327C33-8C8A-4A1E-A100-95B576C7BAA0}" dt="2023-02-13T14:17:46.051" v="539"/>
          <ac:spMkLst>
            <pc:docMk/>
            <pc:sldMk cId="3502088797" sldId="268"/>
            <ac:spMk id="3" creationId="{458BB4EB-6A78-9440-8AFC-AF808B16F398}"/>
          </ac:spMkLst>
        </pc:spChg>
        <pc:spChg chg="add del mod">
          <ac:chgData name="Anna Elizabeth Jorgensen" userId="16327246-ef74-44a4-85d3-b08eb3538015" providerId="ADAL" clId="{33327C33-8C8A-4A1E-A100-95B576C7BAA0}" dt="2023-02-13T14:20:07.268" v="617" actId="21"/>
          <ac:spMkLst>
            <pc:docMk/>
            <pc:sldMk cId="3502088797" sldId="268"/>
            <ac:spMk id="6" creationId="{48E8C34B-4FA0-F70F-6599-CBE35938D308}"/>
          </ac:spMkLst>
        </pc:spChg>
        <pc:spChg chg="add del mod">
          <ac:chgData name="Anna Elizabeth Jorgensen" userId="16327246-ef74-44a4-85d3-b08eb3538015" providerId="ADAL" clId="{33327C33-8C8A-4A1E-A100-95B576C7BAA0}" dt="2023-02-13T14:53:29.251" v="1201" actId="478"/>
          <ac:spMkLst>
            <pc:docMk/>
            <pc:sldMk cId="3502088797" sldId="268"/>
            <ac:spMk id="7" creationId="{2DE7CAEE-C99C-9F4D-BBFF-88D287F92FE1}"/>
          </ac:spMkLst>
        </pc:spChg>
        <pc:spChg chg="add del mod">
          <ac:chgData name="Anna Elizabeth Jorgensen" userId="16327246-ef74-44a4-85d3-b08eb3538015" providerId="ADAL" clId="{33327C33-8C8A-4A1E-A100-95B576C7BAA0}" dt="2023-02-13T14:53:32.668" v="1203" actId="478"/>
          <ac:spMkLst>
            <pc:docMk/>
            <pc:sldMk cId="3502088797" sldId="268"/>
            <ac:spMk id="8" creationId="{94D8CD38-0A96-86A6-8844-14A6A8558A31}"/>
          </ac:spMkLst>
        </pc:spChg>
        <pc:spChg chg="add del mod">
          <ac:chgData name="Anna Elizabeth Jorgensen" userId="16327246-ef74-44a4-85d3-b08eb3538015" providerId="ADAL" clId="{33327C33-8C8A-4A1E-A100-95B576C7BAA0}" dt="2023-02-13T14:53:33.310" v="1204" actId="478"/>
          <ac:spMkLst>
            <pc:docMk/>
            <pc:sldMk cId="3502088797" sldId="268"/>
            <ac:spMk id="9" creationId="{00DEF80D-DA0A-258D-3BC7-4A692D10B0C4}"/>
          </ac:spMkLst>
        </pc:spChg>
        <pc:spChg chg="add del mod">
          <ac:chgData name="Anna Elizabeth Jorgensen" userId="16327246-ef74-44a4-85d3-b08eb3538015" providerId="ADAL" clId="{33327C33-8C8A-4A1E-A100-95B576C7BAA0}" dt="2023-02-13T14:53:31.155" v="1202" actId="478"/>
          <ac:spMkLst>
            <pc:docMk/>
            <pc:sldMk cId="3502088797" sldId="268"/>
            <ac:spMk id="10" creationId="{439AD8C4-5BCC-9A80-6378-108FF072C426}"/>
          </ac:spMkLst>
        </pc:spChg>
        <pc:spChg chg="add del mod">
          <ac:chgData name="Anna Elizabeth Jorgensen" userId="16327246-ef74-44a4-85d3-b08eb3538015" providerId="ADAL" clId="{33327C33-8C8A-4A1E-A100-95B576C7BAA0}" dt="2023-02-13T14:29:41.642" v="909"/>
          <ac:spMkLst>
            <pc:docMk/>
            <pc:sldMk cId="3502088797" sldId="268"/>
            <ac:spMk id="11" creationId="{6F432F34-A73F-D43B-FD28-03877B6FE092}"/>
          </ac:spMkLst>
        </pc:spChg>
        <pc:spChg chg="add del mod">
          <ac:chgData name="Anna Elizabeth Jorgensen" userId="16327246-ef74-44a4-85d3-b08eb3538015" providerId="ADAL" clId="{33327C33-8C8A-4A1E-A100-95B576C7BAA0}" dt="2023-02-13T14:29:51.196" v="911" actId="478"/>
          <ac:spMkLst>
            <pc:docMk/>
            <pc:sldMk cId="3502088797" sldId="268"/>
            <ac:spMk id="12" creationId="{F61B83BC-8529-6EBC-529E-DF3F633C8E52}"/>
          </ac:spMkLst>
        </pc:spChg>
        <pc:spChg chg="add del mod">
          <ac:chgData name="Anna Elizabeth Jorgensen" userId="16327246-ef74-44a4-85d3-b08eb3538015" providerId="ADAL" clId="{33327C33-8C8A-4A1E-A100-95B576C7BAA0}" dt="2023-02-13T14:29:41.642" v="907"/>
          <ac:spMkLst>
            <pc:docMk/>
            <pc:sldMk cId="3502088797" sldId="268"/>
            <ac:spMk id="13" creationId="{3204773D-A5BB-A43B-5FEC-C509EED16097}"/>
          </ac:spMkLst>
        </pc:spChg>
        <pc:spChg chg="add del mod">
          <ac:chgData name="Anna Elizabeth Jorgensen" userId="16327246-ef74-44a4-85d3-b08eb3538015" providerId="ADAL" clId="{33327C33-8C8A-4A1E-A100-95B576C7BAA0}" dt="2023-02-13T14:30:16.712" v="924"/>
          <ac:spMkLst>
            <pc:docMk/>
            <pc:sldMk cId="3502088797" sldId="268"/>
            <ac:spMk id="14" creationId="{0F768D20-BAC5-E80D-F5D7-0BE8508C14DF}"/>
          </ac:spMkLst>
        </pc:spChg>
        <pc:spChg chg="add del mod">
          <ac:chgData name="Anna Elizabeth Jorgensen" userId="16327246-ef74-44a4-85d3-b08eb3538015" providerId="ADAL" clId="{33327C33-8C8A-4A1E-A100-95B576C7BAA0}" dt="2023-02-13T14:53:38.316" v="1206" actId="478"/>
          <ac:spMkLst>
            <pc:docMk/>
            <pc:sldMk cId="3502088797" sldId="268"/>
            <ac:spMk id="15" creationId="{4FF32063-EB49-FDEC-C9CD-CF1B573DBB95}"/>
          </ac:spMkLst>
        </pc:spChg>
        <pc:spChg chg="add del mod">
          <ac:chgData name="Anna Elizabeth Jorgensen" userId="16327246-ef74-44a4-85d3-b08eb3538015" providerId="ADAL" clId="{33327C33-8C8A-4A1E-A100-95B576C7BAA0}" dt="2023-02-13T14:34:36.600" v="1037" actId="21"/>
          <ac:spMkLst>
            <pc:docMk/>
            <pc:sldMk cId="3502088797" sldId="268"/>
            <ac:spMk id="17" creationId="{76C4EBC4-8D36-3FC3-044A-D65AC8352704}"/>
          </ac:spMkLst>
        </pc:spChg>
        <pc:spChg chg="add mod">
          <ac:chgData name="Anna Elizabeth Jorgensen" userId="16327246-ef74-44a4-85d3-b08eb3538015" providerId="ADAL" clId="{33327C33-8C8A-4A1E-A100-95B576C7BAA0}" dt="2023-02-13T15:06:53.559" v="2080" actId="1076"/>
          <ac:spMkLst>
            <pc:docMk/>
            <pc:sldMk cId="3502088797" sldId="268"/>
            <ac:spMk id="18" creationId="{4C38C0FB-DE05-C1B0-6631-611E2ABCDCA3}"/>
          </ac:spMkLst>
        </pc:spChg>
        <pc:picChg chg="add del mod">
          <ac:chgData name="Anna Elizabeth Jorgensen" userId="16327246-ef74-44a4-85d3-b08eb3538015" providerId="ADAL" clId="{33327C33-8C8A-4A1E-A100-95B576C7BAA0}" dt="2023-02-13T14:53:39.959" v="1207" actId="1076"/>
          <ac:picMkLst>
            <pc:docMk/>
            <pc:sldMk cId="3502088797" sldId="268"/>
            <ac:picMk id="5" creationId="{6806B3E3-6D0A-C2CE-6886-14E856CD0682}"/>
          </ac:picMkLst>
        </pc:picChg>
      </pc:sldChg>
      <pc:sldChg chg="del">
        <pc:chgData name="Anna Elizabeth Jorgensen" userId="16327246-ef74-44a4-85d3-b08eb3538015" providerId="ADAL" clId="{33327C33-8C8A-4A1E-A100-95B576C7BAA0}" dt="2023-02-13T14:00:31.636" v="12" actId="47"/>
        <pc:sldMkLst>
          <pc:docMk/>
          <pc:sldMk cId="997333313" sldId="269"/>
        </pc:sldMkLst>
      </pc:sldChg>
      <pc:sldChg chg="addSp delSp modSp new mod modAnim">
        <pc:chgData name="Anna Elizabeth Jorgensen" userId="16327246-ef74-44a4-85d3-b08eb3538015" providerId="ADAL" clId="{33327C33-8C8A-4A1E-A100-95B576C7BAA0}" dt="2023-02-14T08:44:15.857" v="4148" actId="1076"/>
        <pc:sldMkLst>
          <pc:docMk/>
          <pc:sldMk cId="1308301063" sldId="269"/>
        </pc:sldMkLst>
        <pc:spChg chg="mod">
          <ac:chgData name="Anna Elizabeth Jorgensen" userId="16327246-ef74-44a4-85d3-b08eb3538015" providerId="ADAL" clId="{33327C33-8C8A-4A1E-A100-95B576C7BAA0}" dt="2023-02-13T14:48:30.766" v="1141" actId="1076"/>
          <ac:spMkLst>
            <pc:docMk/>
            <pc:sldMk cId="1308301063" sldId="269"/>
            <ac:spMk id="2" creationId="{E2720DC4-EB63-B1F3-044C-D22E7C237066}"/>
          </ac:spMkLst>
        </pc:spChg>
        <pc:spChg chg="add mod">
          <ac:chgData name="Anna Elizabeth Jorgensen" userId="16327246-ef74-44a4-85d3-b08eb3538015" providerId="ADAL" clId="{33327C33-8C8A-4A1E-A100-95B576C7BAA0}" dt="2023-02-14T08:44:15.857" v="4148" actId="1076"/>
          <ac:spMkLst>
            <pc:docMk/>
            <pc:sldMk cId="1308301063" sldId="269"/>
            <ac:spMk id="3" creationId="{1138C694-EC7C-8BD5-B112-B590C788A936}"/>
          </ac:spMkLst>
        </pc:spChg>
        <pc:spChg chg="del">
          <ac:chgData name="Anna Elizabeth Jorgensen" userId="16327246-ef74-44a4-85d3-b08eb3538015" providerId="ADAL" clId="{33327C33-8C8A-4A1E-A100-95B576C7BAA0}" dt="2023-02-13T14:47:33.516" v="1110"/>
          <ac:spMkLst>
            <pc:docMk/>
            <pc:sldMk cId="1308301063" sldId="269"/>
            <ac:spMk id="3" creationId="{BA17FDCE-2C64-5D59-C1E7-1490D6C39025}"/>
          </ac:spMkLst>
        </pc:spChg>
        <pc:picChg chg="add mod">
          <ac:chgData name="Anna Elizabeth Jorgensen" userId="16327246-ef74-44a4-85d3-b08eb3538015" providerId="ADAL" clId="{33327C33-8C8A-4A1E-A100-95B576C7BAA0}" dt="2023-02-13T14:48:32.523" v="1142" actId="1076"/>
          <ac:picMkLst>
            <pc:docMk/>
            <pc:sldMk cId="1308301063" sldId="269"/>
            <ac:picMk id="5" creationId="{31ED4C6D-03EB-57EF-E3CC-6B0A17274064}"/>
          </ac:picMkLst>
        </pc:picChg>
        <pc:picChg chg="add mod">
          <ac:chgData name="Anna Elizabeth Jorgensen" userId="16327246-ef74-44a4-85d3-b08eb3538015" providerId="ADAL" clId="{33327C33-8C8A-4A1E-A100-95B576C7BAA0}" dt="2023-02-13T14:47:52.380" v="1118" actId="1076"/>
          <ac:picMkLst>
            <pc:docMk/>
            <pc:sldMk cId="1308301063" sldId="269"/>
            <ac:picMk id="7" creationId="{015BBA8D-2372-012F-6681-FEB1CB4806E6}"/>
          </ac:picMkLst>
        </pc:picChg>
        <pc:picChg chg="add mod">
          <ac:chgData name="Anna Elizabeth Jorgensen" userId="16327246-ef74-44a4-85d3-b08eb3538015" providerId="ADAL" clId="{33327C33-8C8A-4A1E-A100-95B576C7BAA0}" dt="2023-02-13T14:48:11.622" v="1124" actId="1076"/>
          <ac:picMkLst>
            <pc:docMk/>
            <pc:sldMk cId="1308301063" sldId="269"/>
            <ac:picMk id="9" creationId="{E7B3FE07-265D-B5EA-CEBD-756CD44157C9}"/>
          </ac:picMkLst>
        </pc:picChg>
      </pc:sldChg>
      <pc:sldChg chg="new del">
        <pc:chgData name="Anna Elizabeth Jorgensen" userId="16327246-ef74-44a4-85d3-b08eb3538015" providerId="ADAL" clId="{33327C33-8C8A-4A1E-A100-95B576C7BAA0}" dt="2023-02-13T14:43:00.412" v="1088" actId="680"/>
        <pc:sldMkLst>
          <pc:docMk/>
          <pc:sldMk cId="1440094201" sldId="269"/>
        </pc:sldMkLst>
      </pc:sldChg>
      <pc:sldChg chg="addSp delSp modSp new mod modAnim">
        <pc:chgData name="Anna Elizabeth Jorgensen" userId="16327246-ef74-44a4-85d3-b08eb3538015" providerId="ADAL" clId="{33327C33-8C8A-4A1E-A100-95B576C7BAA0}" dt="2023-02-14T08:46:34.226" v="4224" actId="1076"/>
        <pc:sldMkLst>
          <pc:docMk/>
          <pc:sldMk cId="3923957992" sldId="270"/>
        </pc:sldMkLst>
        <pc:spChg chg="mod">
          <ac:chgData name="Anna Elizabeth Jorgensen" userId="16327246-ef74-44a4-85d3-b08eb3538015" providerId="ADAL" clId="{33327C33-8C8A-4A1E-A100-95B576C7BAA0}" dt="2023-02-13T14:53:12.100" v="1199" actId="1076"/>
          <ac:spMkLst>
            <pc:docMk/>
            <pc:sldMk cId="3923957992" sldId="270"/>
            <ac:spMk id="2" creationId="{271F8EC2-53B1-3A23-15F7-60B9C237E2F2}"/>
          </ac:spMkLst>
        </pc:spChg>
        <pc:spChg chg="add mod">
          <ac:chgData name="Anna Elizabeth Jorgensen" userId="16327246-ef74-44a4-85d3-b08eb3538015" providerId="ADAL" clId="{33327C33-8C8A-4A1E-A100-95B576C7BAA0}" dt="2023-02-14T08:46:34.226" v="4224" actId="1076"/>
          <ac:spMkLst>
            <pc:docMk/>
            <pc:sldMk cId="3923957992" sldId="270"/>
            <ac:spMk id="3" creationId="{1A94872F-FBEA-52FF-100F-50F859C5EF36}"/>
          </ac:spMkLst>
        </pc:spChg>
        <pc:spChg chg="del">
          <ac:chgData name="Anna Elizabeth Jorgensen" userId="16327246-ef74-44a4-85d3-b08eb3538015" providerId="ADAL" clId="{33327C33-8C8A-4A1E-A100-95B576C7BAA0}" dt="2023-02-13T14:48:52.233" v="1144"/>
          <ac:spMkLst>
            <pc:docMk/>
            <pc:sldMk cId="3923957992" sldId="270"/>
            <ac:spMk id="3" creationId="{65B56968-DA23-B174-1BFE-25E00B81AA1E}"/>
          </ac:spMkLst>
        </pc:spChg>
        <pc:picChg chg="add mod">
          <ac:chgData name="Anna Elizabeth Jorgensen" userId="16327246-ef74-44a4-85d3-b08eb3538015" providerId="ADAL" clId="{33327C33-8C8A-4A1E-A100-95B576C7BAA0}" dt="2023-02-13T14:48:57.240" v="1148" actId="1076"/>
          <ac:picMkLst>
            <pc:docMk/>
            <pc:sldMk cId="3923957992" sldId="270"/>
            <ac:picMk id="5" creationId="{1B6EFC62-625E-8FDB-E987-B14C77B01C3D}"/>
          </ac:picMkLst>
        </pc:picChg>
        <pc:picChg chg="add mod">
          <ac:chgData name="Anna Elizabeth Jorgensen" userId="16327246-ef74-44a4-85d3-b08eb3538015" providerId="ADAL" clId="{33327C33-8C8A-4A1E-A100-95B576C7BAA0}" dt="2023-02-13T14:49:18.963" v="1159" actId="1076"/>
          <ac:picMkLst>
            <pc:docMk/>
            <pc:sldMk cId="3923957992" sldId="270"/>
            <ac:picMk id="7" creationId="{EA10ACC0-96BA-2F0A-CFA5-54702765E1E0}"/>
          </ac:picMkLst>
        </pc:picChg>
        <pc:picChg chg="add mod">
          <ac:chgData name="Anna Elizabeth Jorgensen" userId="16327246-ef74-44a4-85d3-b08eb3538015" providerId="ADAL" clId="{33327C33-8C8A-4A1E-A100-95B576C7BAA0}" dt="2023-02-13T14:49:20.675" v="1160" actId="1076"/>
          <ac:picMkLst>
            <pc:docMk/>
            <pc:sldMk cId="3923957992" sldId="270"/>
            <ac:picMk id="9" creationId="{50F9CB83-9A99-E5EC-CD6B-EE514493E92F}"/>
          </ac:picMkLst>
        </pc:picChg>
      </pc:sldChg>
      <pc:sldChg chg="addSp modSp new mod ord modAnim">
        <pc:chgData name="Anna Elizabeth Jorgensen" userId="16327246-ef74-44a4-85d3-b08eb3538015" providerId="ADAL" clId="{33327C33-8C8A-4A1E-A100-95B576C7BAA0}" dt="2023-02-14T09:03:10.618" v="4684" actId="20577"/>
        <pc:sldMkLst>
          <pc:docMk/>
          <pc:sldMk cId="3680574603" sldId="271"/>
        </pc:sldMkLst>
        <pc:spChg chg="mod">
          <ac:chgData name="Anna Elizabeth Jorgensen" userId="16327246-ef74-44a4-85d3-b08eb3538015" providerId="ADAL" clId="{33327C33-8C8A-4A1E-A100-95B576C7BAA0}" dt="2023-02-14T09:03:10.618" v="4684" actId="20577"/>
          <ac:spMkLst>
            <pc:docMk/>
            <pc:sldMk cId="3680574603" sldId="271"/>
            <ac:spMk id="2" creationId="{27C08E80-130E-0336-1888-F4A0F4EFE3E6}"/>
          </ac:spMkLst>
        </pc:spChg>
        <pc:spChg chg="mod">
          <ac:chgData name="Anna Elizabeth Jorgensen" userId="16327246-ef74-44a4-85d3-b08eb3538015" providerId="ADAL" clId="{33327C33-8C8A-4A1E-A100-95B576C7BAA0}" dt="2023-02-13T15:24:39.235" v="2800" actId="14100"/>
          <ac:spMkLst>
            <pc:docMk/>
            <pc:sldMk cId="3680574603" sldId="271"/>
            <ac:spMk id="3" creationId="{30479156-0981-9DEB-25A0-DE4C5BF3D57F}"/>
          </ac:spMkLst>
        </pc:spChg>
        <pc:spChg chg="add mod">
          <ac:chgData name="Anna Elizabeth Jorgensen" userId="16327246-ef74-44a4-85d3-b08eb3538015" providerId="ADAL" clId="{33327C33-8C8A-4A1E-A100-95B576C7BAA0}" dt="2023-02-13T15:12:25.024" v="2223" actId="17032"/>
          <ac:spMkLst>
            <pc:docMk/>
            <pc:sldMk cId="3680574603" sldId="271"/>
            <ac:spMk id="8" creationId="{B581CD01-531A-B3B3-8E2D-A35A22E39014}"/>
          </ac:spMkLst>
        </pc:spChg>
        <pc:spChg chg="add mod">
          <ac:chgData name="Anna Elizabeth Jorgensen" userId="16327246-ef74-44a4-85d3-b08eb3538015" providerId="ADAL" clId="{33327C33-8C8A-4A1E-A100-95B576C7BAA0}" dt="2023-02-13T15:12:15.210" v="2222" actId="17032"/>
          <ac:spMkLst>
            <pc:docMk/>
            <pc:sldMk cId="3680574603" sldId="271"/>
            <ac:spMk id="13" creationId="{A0F7EE3B-8BBE-F5D9-6FB6-FB3D231029B1}"/>
          </ac:spMkLst>
        </pc:spChg>
        <pc:spChg chg="add mod ord">
          <ac:chgData name="Anna Elizabeth Jorgensen" userId="16327246-ef74-44a4-85d3-b08eb3538015" providerId="ADAL" clId="{33327C33-8C8A-4A1E-A100-95B576C7BAA0}" dt="2023-02-13T15:14:40.953" v="2264" actId="1076"/>
          <ac:spMkLst>
            <pc:docMk/>
            <pc:sldMk cId="3680574603" sldId="271"/>
            <ac:spMk id="14" creationId="{BD8036AD-9E31-7934-050F-74A42566FB81}"/>
          </ac:spMkLst>
        </pc:spChg>
        <pc:spChg chg="add mod">
          <ac:chgData name="Anna Elizabeth Jorgensen" userId="16327246-ef74-44a4-85d3-b08eb3538015" providerId="ADAL" clId="{33327C33-8C8A-4A1E-A100-95B576C7BAA0}" dt="2023-02-13T15:14:25.476" v="2261" actId="1076"/>
          <ac:spMkLst>
            <pc:docMk/>
            <pc:sldMk cId="3680574603" sldId="271"/>
            <ac:spMk id="15" creationId="{60EDA107-6F44-DE20-6634-416ED95EF404}"/>
          </ac:spMkLst>
        </pc:spChg>
        <pc:spChg chg="add mod">
          <ac:chgData name="Anna Elizabeth Jorgensen" userId="16327246-ef74-44a4-85d3-b08eb3538015" providerId="ADAL" clId="{33327C33-8C8A-4A1E-A100-95B576C7BAA0}" dt="2023-02-13T15:14:49.844" v="2266" actId="14100"/>
          <ac:spMkLst>
            <pc:docMk/>
            <pc:sldMk cId="3680574603" sldId="271"/>
            <ac:spMk id="16" creationId="{2B2D364A-7390-1850-CA56-5D05A68F9692}"/>
          </ac:spMkLst>
        </pc:spChg>
        <pc:spChg chg="add mod ord">
          <ac:chgData name="Anna Elizabeth Jorgensen" userId="16327246-ef74-44a4-85d3-b08eb3538015" providerId="ADAL" clId="{33327C33-8C8A-4A1E-A100-95B576C7BAA0}" dt="2023-02-13T15:14:53.740" v="2267" actId="1076"/>
          <ac:spMkLst>
            <pc:docMk/>
            <pc:sldMk cId="3680574603" sldId="271"/>
            <ac:spMk id="17" creationId="{F2BAFDD7-4243-6D79-ACCE-F535B00DDB89}"/>
          </ac:spMkLst>
        </pc:spChg>
        <pc:spChg chg="add mod">
          <ac:chgData name="Anna Elizabeth Jorgensen" userId="16327246-ef74-44a4-85d3-b08eb3538015" providerId="ADAL" clId="{33327C33-8C8A-4A1E-A100-95B576C7BAA0}" dt="2023-02-13T15:24:01.498" v="2795" actId="14100"/>
          <ac:spMkLst>
            <pc:docMk/>
            <pc:sldMk cId="3680574603" sldId="271"/>
            <ac:spMk id="20" creationId="{EC14687B-7EB1-80BC-C896-38BB22F0E6BF}"/>
          </ac:spMkLst>
        </pc:spChg>
        <pc:spChg chg="add mod">
          <ac:chgData name="Anna Elizabeth Jorgensen" userId="16327246-ef74-44a4-85d3-b08eb3538015" providerId="ADAL" clId="{33327C33-8C8A-4A1E-A100-95B576C7BAA0}" dt="2023-02-13T15:25:26.794" v="2892" actId="113"/>
          <ac:spMkLst>
            <pc:docMk/>
            <pc:sldMk cId="3680574603" sldId="271"/>
            <ac:spMk id="21" creationId="{4AD062ED-7A1B-E30D-98C9-E29E6D946E06}"/>
          </ac:spMkLst>
        </pc:spChg>
        <pc:picChg chg="add mod">
          <ac:chgData name="Anna Elizabeth Jorgensen" userId="16327246-ef74-44a4-85d3-b08eb3538015" providerId="ADAL" clId="{33327C33-8C8A-4A1E-A100-95B576C7BAA0}" dt="2023-02-13T15:10:55.027" v="2209" actId="1076"/>
          <ac:picMkLst>
            <pc:docMk/>
            <pc:sldMk cId="3680574603" sldId="271"/>
            <ac:picMk id="5" creationId="{789A70A8-CF65-7641-BAF1-02F44573329E}"/>
          </ac:picMkLst>
        </pc:picChg>
        <pc:picChg chg="add mod">
          <ac:chgData name="Anna Elizabeth Jorgensen" userId="16327246-ef74-44a4-85d3-b08eb3538015" providerId="ADAL" clId="{33327C33-8C8A-4A1E-A100-95B576C7BAA0}" dt="2023-02-13T15:10:55.027" v="2209" actId="1076"/>
          <ac:picMkLst>
            <pc:docMk/>
            <pc:sldMk cId="3680574603" sldId="271"/>
            <ac:picMk id="7" creationId="{60CF8E07-C226-62A7-C4AF-832C8D96518F}"/>
          </ac:picMkLst>
        </pc:picChg>
        <pc:picChg chg="add mod">
          <ac:chgData name="Anna Elizabeth Jorgensen" userId="16327246-ef74-44a4-85d3-b08eb3538015" providerId="ADAL" clId="{33327C33-8C8A-4A1E-A100-95B576C7BAA0}" dt="2023-02-13T15:10:59.187" v="2211" actId="14100"/>
          <ac:picMkLst>
            <pc:docMk/>
            <pc:sldMk cId="3680574603" sldId="271"/>
            <ac:picMk id="10" creationId="{00A51F40-DF35-743A-9E14-D20C332AC821}"/>
          </ac:picMkLst>
        </pc:picChg>
        <pc:picChg chg="add mod">
          <ac:chgData name="Anna Elizabeth Jorgensen" userId="16327246-ef74-44a4-85d3-b08eb3538015" providerId="ADAL" clId="{33327C33-8C8A-4A1E-A100-95B576C7BAA0}" dt="2023-02-13T15:11:50.707" v="2219" actId="1076"/>
          <ac:picMkLst>
            <pc:docMk/>
            <pc:sldMk cId="3680574603" sldId="271"/>
            <ac:picMk id="12" creationId="{C3A35950-125A-A0DA-E691-E7FD25F58AD3}"/>
          </ac:picMkLst>
        </pc:picChg>
        <pc:picChg chg="add mod">
          <ac:chgData name="Anna Elizabeth Jorgensen" userId="16327246-ef74-44a4-85d3-b08eb3538015" providerId="ADAL" clId="{33327C33-8C8A-4A1E-A100-95B576C7BAA0}" dt="2023-02-13T15:23:41.676" v="2791" actId="1076"/>
          <ac:picMkLst>
            <pc:docMk/>
            <pc:sldMk cId="3680574603" sldId="271"/>
            <ac:picMk id="19" creationId="{4AC328DC-2B0B-D66B-5B72-07AED73194BC}"/>
          </ac:picMkLst>
        </pc:picChg>
      </pc:sldChg>
      <pc:sldChg chg="modSp new mod">
        <pc:chgData name="Anna Elizabeth Jorgensen" userId="16327246-ef74-44a4-85d3-b08eb3538015" providerId="ADAL" clId="{33327C33-8C8A-4A1E-A100-95B576C7BAA0}" dt="2023-02-14T08:59:44.743" v="4617" actId="20577"/>
        <pc:sldMkLst>
          <pc:docMk/>
          <pc:sldMk cId="3827237949" sldId="272"/>
        </pc:sldMkLst>
        <pc:spChg chg="mod">
          <ac:chgData name="Anna Elizabeth Jorgensen" userId="16327246-ef74-44a4-85d3-b08eb3538015" providerId="ADAL" clId="{33327C33-8C8A-4A1E-A100-95B576C7BAA0}" dt="2023-02-14T08:54:28.383" v="4290" actId="20577"/>
          <ac:spMkLst>
            <pc:docMk/>
            <pc:sldMk cId="3827237949" sldId="272"/>
            <ac:spMk id="2" creationId="{AD530E16-66D0-70C6-A1AB-4DB29A6DFF6D}"/>
          </ac:spMkLst>
        </pc:spChg>
        <pc:spChg chg="mod">
          <ac:chgData name="Anna Elizabeth Jorgensen" userId="16327246-ef74-44a4-85d3-b08eb3538015" providerId="ADAL" clId="{33327C33-8C8A-4A1E-A100-95B576C7BAA0}" dt="2023-02-14T08:59:44.743" v="4617" actId="20577"/>
          <ac:spMkLst>
            <pc:docMk/>
            <pc:sldMk cId="3827237949" sldId="272"/>
            <ac:spMk id="3" creationId="{9E0DA96A-B7F2-45D3-FF12-BCF2030688A7}"/>
          </ac:spMkLst>
        </pc:spChg>
      </pc:sldChg>
      <pc:sldChg chg="addSp delSp modSp new mod">
        <pc:chgData name="Anna Elizabeth Jorgensen" userId="16327246-ef74-44a4-85d3-b08eb3538015" providerId="ADAL" clId="{33327C33-8C8A-4A1E-A100-95B576C7BAA0}" dt="2023-02-13T15:37:11.998" v="2960" actId="1076"/>
        <pc:sldMkLst>
          <pc:docMk/>
          <pc:sldMk cId="1175489487" sldId="273"/>
        </pc:sldMkLst>
        <pc:spChg chg="mod">
          <ac:chgData name="Anna Elizabeth Jorgensen" userId="16327246-ef74-44a4-85d3-b08eb3538015" providerId="ADAL" clId="{33327C33-8C8A-4A1E-A100-95B576C7BAA0}" dt="2023-02-13T15:37:11.998" v="2960" actId="1076"/>
          <ac:spMkLst>
            <pc:docMk/>
            <pc:sldMk cId="1175489487" sldId="273"/>
            <ac:spMk id="2" creationId="{798E4647-97F8-EEFA-159A-E4EA614652A8}"/>
          </ac:spMkLst>
        </pc:spChg>
        <pc:spChg chg="del">
          <ac:chgData name="Anna Elizabeth Jorgensen" userId="16327246-ef74-44a4-85d3-b08eb3538015" providerId="ADAL" clId="{33327C33-8C8A-4A1E-A100-95B576C7BAA0}" dt="2023-02-13T15:35:40.711" v="2939" actId="478"/>
          <ac:spMkLst>
            <pc:docMk/>
            <pc:sldMk cId="1175489487" sldId="273"/>
            <ac:spMk id="3" creationId="{5C0DDE20-F9BD-4421-F0BC-4C4DE3BEA781}"/>
          </ac:spMkLst>
        </pc:spChg>
        <pc:picChg chg="add mod">
          <ac:chgData name="Anna Elizabeth Jorgensen" userId="16327246-ef74-44a4-85d3-b08eb3538015" providerId="ADAL" clId="{33327C33-8C8A-4A1E-A100-95B576C7BAA0}" dt="2023-02-13T15:37:08.731" v="2959" actId="1076"/>
          <ac:picMkLst>
            <pc:docMk/>
            <pc:sldMk cId="1175489487" sldId="273"/>
            <ac:picMk id="5" creationId="{72BE1216-1067-57D3-E710-64AA5462449D}"/>
          </ac:picMkLst>
        </pc:picChg>
      </pc:sldChg>
      <pc:sldChg chg="modSp new del mod ord">
        <pc:chgData name="Anna Elizabeth Jorgensen" userId="16327246-ef74-44a4-85d3-b08eb3538015" providerId="ADAL" clId="{33327C33-8C8A-4A1E-A100-95B576C7BAA0}" dt="2023-02-14T08:59:30.247" v="4616" actId="47"/>
        <pc:sldMkLst>
          <pc:docMk/>
          <pc:sldMk cId="1563398712" sldId="274"/>
        </pc:sldMkLst>
        <pc:spChg chg="mod">
          <ac:chgData name="Anna Elizabeth Jorgensen" userId="16327246-ef74-44a4-85d3-b08eb3538015" providerId="ADAL" clId="{33327C33-8C8A-4A1E-A100-95B576C7BAA0}" dt="2023-02-14T08:54:36.196" v="4307" actId="20577"/>
          <ac:spMkLst>
            <pc:docMk/>
            <pc:sldMk cId="1563398712" sldId="274"/>
            <ac:spMk id="2" creationId="{FBA86385-2688-5A29-A9EC-07EEE6516CCC}"/>
          </ac:spMkLst>
        </pc:spChg>
        <pc:spChg chg="mod">
          <ac:chgData name="Anna Elizabeth Jorgensen" userId="16327246-ef74-44a4-85d3-b08eb3538015" providerId="ADAL" clId="{33327C33-8C8A-4A1E-A100-95B576C7BAA0}" dt="2023-02-14T08:57:17.618" v="4615" actId="20577"/>
          <ac:spMkLst>
            <pc:docMk/>
            <pc:sldMk cId="1563398712" sldId="274"/>
            <ac:spMk id="3" creationId="{9B5B6C09-4C68-9EE2-2067-76C7E4026279}"/>
          </ac:spMkLst>
        </pc:spChg>
      </pc:sldChg>
      <pc:sldChg chg="modSp new mod">
        <pc:chgData name="Anna Elizabeth Jorgensen" userId="16327246-ef74-44a4-85d3-b08eb3538015" providerId="ADAL" clId="{33327C33-8C8A-4A1E-A100-95B576C7BAA0}" dt="2023-02-14T09:11:57.859" v="5346" actId="20577"/>
        <pc:sldMkLst>
          <pc:docMk/>
          <pc:sldMk cId="3855577006" sldId="274"/>
        </pc:sldMkLst>
        <pc:spChg chg="mod">
          <ac:chgData name="Anna Elizabeth Jorgensen" userId="16327246-ef74-44a4-85d3-b08eb3538015" providerId="ADAL" clId="{33327C33-8C8A-4A1E-A100-95B576C7BAA0}" dt="2023-02-14T09:06:29.850" v="4698" actId="20577"/>
          <ac:spMkLst>
            <pc:docMk/>
            <pc:sldMk cId="3855577006" sldId="274"/>
            <ac:spMk id="2" creationId="{5A1FA046-2A06-C8DF-ED9D-D775F56A2D96}"/>
          </ac:spMkLst>
        </pc:spChg>
        <pc:spChg chg="mod">
          <ac:chgData name="Anna Elizabeth Jorgensen" userId="16327246-ef74-44a4-85d3-b08eb3538015" providerId="ADAL" clId="{33327C33-8C8A-4A1E-A100-95B576C7BAA0}" dt="2023-02-14T09:11:57.859" v="5346" actId="20577"/>
          <ac:spMkLst>
            <pc:docMk/>
            <pc:sldMk cId="3855577006" sldId="274"/>
            <ac:spMk id="3" creationId="{12025499-89A8-D25D-B418-1633B444365A}"/>
          </ac:spMkLst>
        </pc:spChg>
      </pc:sldChg>
    </pc:docChg>
  </pc:docChgLst>
  <pc:docChgLst>
    <pc:chgData name="Anna Elizabeth Jorgensen" userId="16327246-ef74-44a4-85d3-b08eb3538015" providerId="ADAL" clId="{61E75AFD-6BC3-4205-A7B3-02364844CD15}"/>
    <pc:docChg chg="undo custSel addSld delSld modSld">
      <pc:chgData name="Anna Elizabeth Jorgensen" userId="16327246-ef74-44a4-85d3-b08eb3538015" providerId="ADAL" clId="{61E75AFD-6BC3-4205-A7B3-02364844CD15}" dt="2022-11-04T11:52:09.691" v="342" actId="20577"/>
      <pc:docMkLst>
        <pc:docMk/>
      </pc:docMkLst>
      <pc:sldChg chg="modSp mod">
        <pc:chgData name="Anna Elizabeth Jorgensen" userId="16327246-ef74-44a4-85d3-b08eb3538015" providerId="ADAL" clId="{61E75AFD-6BC3-4205-A7B3-02364844CD15}" dt="2022-10-19T07:28:30.151" v="0" actId="1076"/>
        <pc:sldMkLst>
          <pc:docMk/>
          <pc:sldMk cId="2248817919" sldId="257"/>
        </pc:sldMkLst>
        <pc:picChg chg="mod">
          <ac:chgData name="Anna Elizabeth Jorgensen" userId="16327246-ef74-44a4-85d3-b08eb3538015" providerId="ADAL" clId="{61E75AFD-6BC3-4205-A7B3-02364844CD15}" dt="2022-10-19T07:28:30.151" v="0" actId="1076"/>
          <ac:picMkLst>
            <pc:docMk/>
            <pc:sldMk cId="2248817919" sldId="257"/>
            <ac:picMk id="5" creationId="{302435E7-3DE9-C5E8-C07D-1FB75EE0176A}"/>
          </ac:picMkLst>
        </pc:picChg>
      </pc:sldChg>
      <pc:sldChg chg="modSp mod">
        <pc:chgData name="Anna Elizabeth Jorgensen" userId="16327246-ef74-44a4-85d3-b08eb3538015" providerId="ADAL" clId="{61E75AFD-6BC3-4205-A7B3-02364844CD15}" dt="2022-11-04T11:52:09.691" v="342" actId="20577"/>
        <pc:sldMkLst>
          <pc:docMk/>
          <pc:sldMk cId="1461501907" sldId="263"/>
        </pc:sldMkLst>
        <pc:spChg chg="mod">
          <ac:chgData name="Anna Elizabeth Jorgensen" userId="16327246-ef74-44a4-85d3-b08eb3538015" providerId="ADAL" clId="{61E75AFD-6BC3-4205-A7B3-02364844CD15}" dt="2022-11-04T11:52:09.691" v="342" actId="20577"/>
          <ac:spMkLst>
            <pc:docMk/>
            <pc:sldMk cId="1461501907" sldId="263"/>
            <ac:spMk id="3" creationId="{AE24E51E-0867-17CB-D4DB-B257E3557C79}"/>
          </ac:spMkLst>
        </pc:spChg>
      </pc:sldChg>
      <pc:sldChg chg="modSp mod">
        <pc:chgData name="Anna Elizabeth Jorgensen" userId="16327246-ef74-44a4-85d3-b08eb3538015" providerId="ADAL" clId="{61E75AFD-6BC3-4205-A7B3-02364844CD15}" dt="2022-10-21T09:56:29.079" v="34" actId="1076"/>
        <pc:sldMkLst>
          <pc:docMk/>
          <pc:sldMk cId="759310393" sldId="266"/>
        </pc:sldMkLst>
        <pc:spChg chg="mod">
          <ac:chgData name="Anna Elizabeth Jorgensen" userId="16327246-ef74-44a4-85d3-b08eb3538015" providerId="ADAL" clId="{61E75AFD-6BC3-4205-A7B3-02364844CD15}" dt="2022-10-21T09:55:53.298" v="2" actId="20577"/>
          <ac:spMkLst>
            <pc:docMk/>
            <pc:sldMk cId="759310393" sldId="266"/>
            <ac:spMk id="13" creationId="{1B3A450B-B5C5-DA5F-A168-14CAEDFF9548}"/>
          </ac:spMkLst>
        </pc:spChg>
        <pc:spChg chg="mod">
          <ac:chgData name="Anna Elizabeth Jorgensen" userId="16327246-ef74-44a4-85d3-b08eb3538015" providerId="ADAL" clId="{61E75AFD-6BC3-4205-A7B3-02364844CD15}" dt="2022-10-21T09:56:29.079" v="34" actId="1076"/>
          <ac:spMkLst>
            <pc:docMk/>
            <pc:sldMk cId="759310393" sldId="266"/>
            <ac:spMk id="38" creationId="{D2FF6B7E-1969-6D0E-135B-FB7AFD71521B}"/>
          </ac:spMkLst>
        </pc:spChg>
      </pc:sldChg>
      <pc:sldChg chg="addSp delSp modSp new mod setBg">
        <pc:chgData name="Anna Elizabeth Jorgensen" userId="16327246-ef74-44a4-85d3-b08eb3538015" providerId="ADAL" clId="{61E75AFD-6BC3-4205-A7B3-02364844CD15}" dt="2022-11-02T12:53:06.040" v="155" actId="20577"/>
        <pc:sldMkLst>
          <pc:docMk/>
          <pc:sldMk cId="2958593026" sldId="267"/>
        </pc:sldMkLst>
        <pc:spChg chg="add mod">
          <ac:chgData name="Anna Elizabeth Jorgensen" userId="16327246-ef74-44a4-85d3-b08eb3538015" providerId="ADAL" clId="{61E75AFD-6BC3-4205-A7B3-02364844CD15}" dt="2022-11-02T12:53:01.776" v="140" actId="20577"/>
          <ac:spMkLst>
            <pc:docMk/>
            <pc:sldMk cId="2958593026" sldId="267"/>
            <ac:spMk id="6" creationId="{4ECBA6DD-2483-3071-6973-40DCFA87C079}"/>
          </ac:spMkLst>
        </pc:spChg>
        <pc:spChg chg="add mod">
          <ac:chgData name="Anna Elizabeth Jorgensen" userId="16327246-ef74-44a4-85d3-b08eb3538015" providerId="ADAL" clId="{61E75AFD-6BC3-4205-A7B3-02364844CD15}" dt="2022-11-02T12:53:06.040" v="155" actId="20577"/>
          <ac:spMkLst>
            <pc:docMk/>
            <pc:sldMk cId="2958593026" sldId="267"/>
            <ac:spMk id="7" creationId="{E597455B-B819-D902-616D-E31CF65B6644}"/>
          </ac:spMkLst>
        </pc:spChg>
        <pc:spChg chg="add del">
          <ac:chgData name="Anna Elizabeth Jorgensen" userId="16327246-ef74-44a4-85d3-b08eb3538015" providerId="ADAL" clId="{61E75AFD-6BC3-4205-A7B3-02364844CD15}" dt="2022-11-02T12:44:59.440" v="44" actId="26606"/>
          <ac:spMkLst>
            <pc:docMk/>
            <pc:sldMk cId="2958593026" sldId="267"/>
            <ac:spMk id="10" creationId="{11BE3FA7-0D70-4431-814F-D8C40576EA93}"/>
          </ac:spMkLst>
        </pc:spChg>
        <pc:picChg chg="add mod">
          <ac:chgData name="Anna Elizabeth Jorgensen" userId="16327246-ef74-44a4-85d3-b08eb3538015" providerId="ADAL" clId="{61E75AFD-6BC3-4205-A7B3-02364844CD15}" dt="2022-11-02T12:45:15.181" v="53" actId="1076"/>
          <ac:picMkLst>
            <pc:docMk/>
            <pc:sldMk cId="2958593026" sldId="267"/>
            <ac:picMk id="3" creationId="{9A15515D-1FAB-9475-F297-E8B749778A04}"/>
          </ac:picMkLst>
        </pc:picChg>
        <pc:picChg chg="add mod">
          <ac:chgData name="Anna Elizabeth Jorgensen" userId="16327246-ef74-44a4-85d3-b08eb3538015" providerId="ADAL" clId="{61E75AFD-6BC3-4205-A7B3-02364844CD15}" dt="2022-11-02T12:52:29.462" v="120" actId="1076"/>
          <ac:picMkLst>
            <pc:docMk/>
            <pc:sldMk cId="2958593026" sldId="267"/>
            <ac:picMk id="5" creationId="{49B4D78E-21B7-6ED9-15FF-976482103BC7}"/>
          </ac:picMkLst>
        </pc:picChg>
      </pc:sldChg>
      <pc:sldChg chg="addSp modSp new mod setBg">
        <pc:chgData name="Anna Elizabeth Jorgensen" userId="16327246-ef74-44a4-85d3-b08eb3538015" providerId="ADAL" clId="{61E75AFD-6BC3-4205-A7B3-02364844CD15}" dt="2022-11-02T13:02:34.524" v="341" actId="1076"/>
        <pc:sldMkLst>
          <pc:docMk/>
          <pc:sldMk cId="2988965862" sldId="268"/>
        </pc:sldMkLst>
        <pc:spChg chg="add mod">
          <ac:chgData name="Anna Elizabeth Jorgensen" userId="16327246-ef74-44a4-85d3-b08eb3538015" providerId="ADAL" clId="{61E75AFD-6BC3-4205-A7B3-02364844CD15}" dt="2022-11-02T12:55:45.539" v="217" actId="1076"/>
          <ac:spMkLst>
            <pc:docMk/>
            <pc:sldMk cId="2988965862" sldId="268"/>
            <ac:spMk id="6" creationId="{F80567AF-4EFB-2803-AAEF-A6DFAE48E25F}"/>
          </ac:spMkLst>
        </pc:spChg>
        <pc:spChg chg="add mod">
          <ac:chgData name="Anna Elizabeth Jorgensen" userId="16327246-ef74-44a4-85d3-b08eb3538015" providerId="ADAL" clId="{61E75AFD-6BC3-4205-A7B3-02364844CD15}" dt="2022-11-02T13:02:34.524" v="341" actId="1076"/>
          <ac:spMkLst>
            <pc:docMk/>
            <pc:sldMk cId="2988965862" sldId="268"/>
            <ac:spMk id="7" creationId="{98DF5FF2-F0DE-D572-FE75-8D08F4F83390}"/>
          </ac:spMkLst>
        </pc:spChg>
        <pc:picChg chg="add mod">
          <ac:chgData name="Anna Elizabeth Jorgensen" userId="16327246-ef74-44a4-85d3-b08eb3538015" providerId="ADAL" clId="{61E75AFD-6BC3-4205-A7B3-02364844CD15}" dt="2022-11-02T12:48:09.526" v="67" actId="14100"/>
          <ac:picMkLst>
            <pc:docMk/>
            <pc:sldMk cId="2988965862" sldId="268"/>
            <ac:picMk id="3" creationId="{F8540AA0-4DD1-7575-9CBE-C43E3206298F}"/>
          </ac:picMkLst>
        </pc:picChg>
        <pc:picChg chg="add mod">
          <ac:chgData name="Anna Elizabeth Jorgensen" userId="16327246-ef74-44a4-85d3-b08eb3538015" providerId="ADAL" clId="{61E75AFD-6BC3-4205-A7B3-02364844CD15}" dt="2022-11-02T12:48:04.169" v="65" actId="14100"/>
          <ac:picMkLst>
            <pc:docMk/>
            <pc:sldMk cId="2988965862" sldId="268"/>
            <ac:picMk id="5" creationId="{A7909560-F24F-0AA0-8E10-934C17C93E48}"/>
          </ac:picMkLst>
        </pc:picChg>
      </pc:sldChg>
      <pc:sldChg chg="addSp modSp new mod">
        <pc:chgData name="Anna Elizabeth Jorgensen" userId="16327246-ef74-44a4-85d3-b08eb3538015" providerId="ADAL" clId="{61E75AFD-6BC3-4205-A7B3-02364844CD15}" dt="2022-11-02T12:59:33.735" v="261" actId="5793"/>
        <pc:sldMkLst>
          <pc:docMk/>
          <pc:sldMk cId="997333313" sldId="269"/>
        </pc:sldMkLst>
        <pc:spChg chg="add mod">
          <ac:chgData name="Anna Elizabeth Jorgensen" userId="16327246-ef74-44a4-85d3-b08eb3538015" providerId="ADAL" clId="{61E75AFD-6BC3-4205-A7B3-02364844CD15}" dt="2022-11-02T12:59:33.735" v="261" actId="5793"/>
          <ac:spMkLst>
            <pc:docMk/>
            <pc:sldMk cId="997333313" sldId="269"/>
            <ac:spMk id="2" creationId="{7C3DD3A7-62EA-13E2-F9E6-4EA82A226A88}"/>
          </ac:spMkLst>
        </pc:spChg>
      </pc:sldChg>
      <pc:sldChg chg="new del">
        <pc:chgData name="Anna Elizabeth Jorgensen" userId="16327246-ef74-44a4-85d3-b08eb3538015" providerId="ADAL" clId="{61E75AFD-6BC3-4205-A7B3-02364844CD15}" dt="2022-11-02T13:00:38.229" v="263" actId="47"/>
        <pc:sldMkLst>
          <pc:docMk/>
          <pc:sldMk cId="357978197" sldId="270"/>
        </pc:sldMkLst>
      </pc:sldChg>
    </pc:docChg>
  </pc:docChgLst>
  <pc:docChgLst>
    <pc:chgData name="Anna Elizabeth Jorgensen" userId="16327246-ef74-44a4-85d3-b08eb3538015" providerId="ADAL" clId="{FCD6FE26-9B83-40B2-A511-3C6E34989884}"/>
    <pc:docChg chg="modSld">
      <pc:chgData name="Anna Elizabeth Jorgensen" userId="16327246-ef74-44a4-85d3-b08eb3538015" providerId="ADAL" clId="{FCD6FE26-9B83-40B2-A511-3C6E34989884}" dt="2023-02-02T09:40:28.770" v="1"/>
      <pc:docMkLst>
        <pc:docMk/>
      </pc:docMkLst>
      <pc:sldChg chg="addSp modSp mod">
        <pc:chgData name="Anna Elizabeth Jorgensen" userId="16327246-ef74-44a4-85d3-b08eb3538015" providerId="ADAL" clId="{FCD6FE26-9B83-40B2-A511-3C6E34989884}" dt="2023-02-02T09:40:28.770" v="1"/>
        <pc:sldMkLst>
          <pc:docMk/>
          <pc:sldMk cId="997333313" sldId="269"/>
        </pc:sldMkLst>
        <pc:spChg chg="add mod">
          <ac:chgData name="Anna Elizabeth Jorgensen" userId="16327246-ef74-44a4-85d3-b08eb3538015" providerId="ADAL" clId="{FCD6FE26-9B83-40B2-A511-3C6E34989884}" dt="2023-02-02T09:40:28.770" v="1"/>
          <ac:spMkLst>
            <pc:docMk/>
            <pc:sldMk cId="997333313" sldId="269"/>
            <ac:spMk id="3" creationId="{A5A6E06D-DD34-82C4-BB38-694A1DF0D206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31D2F6-6D98-36D4-B4AE-AC5603F231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3426FC-C15A-8944-B4C1-FA8FFD2234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da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CB1AEF-EFB6-2A55-0C3C-018C4C2A10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EFA994-F2DF-48DF-AC6C-D99B8D21D338}" type="datetimeFigureOut">
              <a:rPr lang="da-DK" smtClean="0"/>
              <a:t>14-02-2023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4EA636-68E9-4B68-A04B-EC9521FD57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37F6C1-8182-8DBC-993D-826374074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642122-01FF-48F0-A5BA-406CFF3A9A92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080567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4ACDB2-C928-A485-49FF-AE8F8C9B07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8B45CF-F7E7-F96C-0EDE-3A244E2757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9980FD-D6E7-C901-4C80-512D89A3F5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EFA994-F2DF-48DF-AC6C-D99B8D21D338}" type="datetimeFigureOut">
              <a:rPr lang="da-DK" smtClean="0"/>
              <a:t>14-02-2023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84DB30-A90D-B6EC-F3BF-2D138F84C6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9B1969-08AE-E8D0-1E21-0848E21249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642122-01FF-48F0-A5BA-406CFF3A9A92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5122612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22AEF6-7D42-1BA5-2889-723C40045A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2271E8-5488-B6B1-60A1-CEFB2BA7BA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76018B-24DA-6D1F-EEC6-2066F618D8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EFA994-F2DF-48DF-AC6C-D99B8D21D338}" type="datetimeFigureOut">
              <a:rPr lang="da-DK" smtClean="0"/>
              <a:t>14-02-2023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FDF1A0-3C47-27E8-B468-B2D840D8B7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D0330E-F199-C7AB-E89D-347C3A3954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642122-01FF-48F0-A5BA-406CFF3A9A92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3224466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E20C1A-4E3B-A2C7-BA73-48C68D1566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7C8340-79CC-F814-1FB0-A5AAB2846E4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4F9933-7A97-BE5A-6185-5689502A65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5A0814-6F21-D537-078F-47F37CF268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EFA994-F2DF-48DF-AC6C-D99B8D21D338}" type="datetimeFigureOut">
              <a:rPr lang="da-DK" smtClean="0"/>
              <a:t>14-02-2023</a:t>
            </a:fld>
            <a:endParaRPr lang="da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32DCE0-2DC5-E6B4-75DC-3C5740CFE7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56C113-CF50-3501-24CC-818D19D8A8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642122-01FF-48F0-A5BA-406CFF3A9A92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7585376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9AD639-8E27-58E6-6534-127927463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12E6E9-FEB0-D649-C8C5-E96B1DDB51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D14B433-DA3A-F380-7E63-3C7E23DDCA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925D973-E8CB-DB09-9AC0-2CECD3FF511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41EA8AA-31D1-BF12-BE80-1380C2C0A16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5A058AD-B9C7-C95A-EE14-9BE1B2ACB6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EFA994-F2DF-48DF-AC6C-D99B8D21D338}" type="datetimeFigureOut">
              <a:rPr lang="da-DK" smtClean="0"/>
              <a:t>14-02-2023</a:t>
            </a:fld>
            <a:endParaRPr lang="da-DK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90FFF52-026C-C723-7400-D3D9FDDD4F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7973B93-377F-C44A-9295-2E2922D1FE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642122-01FF-48F0-A5BA-406CFF3A9A92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96878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896007-CAB5-801A-CB5D-B1CE701D9A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A212083-BCBD-A106-7A9D-E81583E78F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EFA994-F2DF-48DF-AC6C-D99B8D21D338}" type="datetimeFigureOut">
              <a:rPr lang="da-DK" smtClean="0"/>
              <a:t>14-02-2023</a:t>
            </a:fld>
            <a:endParaRPr lang="da-D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96ED8E6-044A-7162-650C-5C08F25D3C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79877F8-83D0-224C-A9DD-5BCEBB0E42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642122-01FF-48F0-A5BA-406CFF3A9A92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8668966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C812DB9-83A5-8BA4-F19F-75221EACF8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EFA994-F2DF-48DF-AC6C-D99B8D21D338}" type="datetimeFigureOut">
              <a:rPr lang="da-DK" smtClean="0"/>
              <a:t>14-02-2023</a:t>
            </a:fld>
            <a:endParaRPr lang="da-DK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6140EBC-7B8F-81E9-5D6D-9117594476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1DDC2C-2478-72A2-6900-DCD6D38963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642122-01FF-48F0-A5BA-406CFF3A9A92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1378159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68E3F2-38E3-30D8-2113-EC621E462A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E7ECDD-CF38-0826-B1E9-B6E46F238E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06A8F9-0A1E-93A4-C8E5-0755AC7BE4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FFA824-443D-956E-C682-4CBF904CF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EFA994-F2DF-48DF-AC6C-D99B8D21D338}" type="datetimeFigureOut">
              <a:rPr lang="da-DK" smtClean="0"/>
              <a:t>14-02-2023</a:t>
            </a:fld>
            <a:endParaRPr lang="da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6FEF79-EB9A-3FDC-15D4-A2B4F03158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8BC1DD-C287-B432-7A8B-C47963806E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642122-01FF-48F0-A5BA-406CFF3A9A92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3143321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7F33A7-C8AD-6091-627C-7836C25BA7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25FD42D-1A04-5B66-91BA-BFC3ED860EA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a-D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79F470-2BA2-2B58-225B-C9B6DD215D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12734F-249A-ECA1-F746-9DF8AC609E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EFA994-F2DF-48DF-AC6C-D99B8D21D338}" type="datetimeFigureOut">
              <a:rPr lang="da-DK" smtClean="0"/>
              <a:t>14-02-2023</a:t>
            </a:fld>
            <a:endParaRPr lang="da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D0456B-F4B5-0590-E3FA-FE1DD5CEB1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3B601A-88A0-8DB3-1B2B-5916FC757F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642122-01FF-48F0-A5BA-406CFF3A9A92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5115680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611375-5E56-AB83-CC12-5D18ECDE0A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C6FBBB5-0202-1BD9-EF72-461B2AD471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99C585-FA32-03D3-5D1D-FC5829F432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EFA994-F2DF-48DF-AC6C-D99B8D21D338}" type="datetimeFigureOut">
              <a:rPr lang="da-DK" smtClean="0"/>
              <a:t>14-02-2023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9ED811-91F7-CE65-39BE-82C41B6786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81D444-70E6-B98F-CABE-965F9054C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642122-01FF-48F0-A5BA-406CFF3A9A92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9307960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5BBCB21-1E97-BDE8-7DA0-CBA69886734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1F9C700-EAE6-F6F2-D086-50B095C798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7068E8-DF23-6D42-F224-CFD24282E4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EFA994-F2DF-48DF-AC6C-D99B8D21D338}" type="datetimeFigureOut">
              <a:rPr lang="da-DK" smtClean="0"/>
              <a:t>14-02-2023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8EB364-FECD-EE04-4302-83ABD25A86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63776D-8EC0-D051-B037-2902764EBB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642122-01FF-48F0-A5BA-406CFF3A9A92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7610801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4C0A0BC-76D1-D1DF-7E2B-79B9628CC1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55CE74-9B10-E15A-30F1-EB71474CF0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5185B6-7CEF-5F34-5370-3330C092BAF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EFA994-F2DF-48DF-AC6C-D99B8D21D338}" type="datetimeFigureOut">
              <a:rPr lang="da-DK" smtClean="0"/>
              <a:t>14-02-2023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91DF5F-FDEE-CA7A-6A85-661935E52A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42F7D5-585B-3913-6B7B-FA70109537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642122-01FF-48F0-A5BA-406CFF3A9A92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6527622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a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519076-AA36-8F1E-6D57-FC346D1284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90746" y="1772471"/>
            <a:ext cx="10388252" cy="2387600"/>
          </a:xfrm>
        </p:spPr>
        <p:txBody>
          <a:bodyPr>
            <a:normAutofit/>
          </a:bodyPr>
          <a:lstStyle/>
          <a:p>
            <a:r>
              <a:rPr lang="en-US" sz="2400" b="1"/>
              <a:t>WP4  - </a:t>
            </a:r>
            <a:r>
              <a:rPr lang="en-US" sz="2400" b="1" dirty="0"/>
              <a:t>Mapping an EU legislation landscape for MPA related acts</a:t>
            </a:r>
            <a:endParaRPr lang="da-DK" sz="2400" b="1" dirty="0"/>
          </a:p>
        </p:txBody>
      </p:sp>
      <p:pic>
        <p:nvPicPr>
          <p:cNvPr id="4" name="Picture 3" descr="A picture containing logo&#10;&#10;Description automatically generated">
            <a:extLst>
              <a:ext uri="{FF2B5EF4-FFF2-40B4-BE49-F238E27FC236}">
                <a16:creationId xmlns:a16="http://schemas.microsoft.com/office/drawing/2014/main" id="{CEC51312-4650-B2CB-C4D7-F5BBA9CA19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2596" y="1772471"/>
            <a:ext cx="8864553" cy="1971560"/>
          </a:xfrm>
          <a:prstGeom prst="rect">
            <a:avLst/>
          </a:prstGeom>
        </p:spPr>
      </p:pic>
      <p:sp>
        <p:nvSpPr>
          <p:cNvPr id="3" name="Tekstfelt 2">
            <a:extLst>
              <a:ext uri="{FF2B5EF4-FFF2-40B4-BE49-F238E27FC236}">
                <a16:creationId xmlns:a16="http://schemas.microsoft.com/office/drawing/2014/main" id="{9B09705E-F02C-7746-9B06-D092C72916E6}"/>
              </a:ext>
            </a:extLst>
          </p:cNvPr>
          <p:cNvSpPr txBox="1"/>
          <p:nvPr/>
        </p:nvSpPr>
        <p:spPr>
          <a:xfrm>
            <a:off x="5002696" y="5008217"/>
            <a:ext cx="4687956" cy="86177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r"/>
            <a:r>
              <a:rPr lang="da-DK" sz="3200" dirty="0">
                <a:cs typeface="Calibri"/>
              </a:rPr>
              <a:t>Anna Jorgensen</a:t>
            </a:r>
          </a:p>
          <a:p>
            <a:pPr algn="r"/>
            <a:r>
              <a:rPr lang="da-DK" dirty="0">
                <a:cs typeface="Calibri"/>
              </a:rPr>
              <a:t>aeljor@dtu.dk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1228473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Rectangle 102">
            <a:extLst>
              <a:ext uri="{FF2B5EF4-FFF2-40B4-BE49-F238E27FC236}">
                <a16:creationId xmlns:a16="http://schemas.microsoft.com/office/drawing/2014/main" id="{BE57B42F-2AA8-F870-9491-3BD31AA45EE9}"/>
              </a:ext>
            </a:extLst>
          </p:cNvPr>
          <p:cNvSpPr/>
          <p:nvPr/>
        </p:nvSpPr>
        <p:spPr>
          <a:xfrm>
            <a:off x="6353538" y="2632553"/>
            <a:ext cx="4367002" cy="824304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a-DK" sz="1400" dirty="0">
                <a:solidFill>
                  <a:schemeClr val="tx1"/>
                </a:solidFill>
              </a:rPr>
              <a:t>link </a:t>
            </a:r>
            <a:r>
              <a:rPr lang="da-DK" sz="1400" dirty="0" err="1">
                <a:solidFill>
                  <a:schemeClr val="tx1"/>
                </a:solidFill>
              </a:rPr>
              <a:t>associated</a:t>
            </a:r>
            <a:r>
              <a:rPr lang="da-DK" sz="1400" dirty="0">
                <a:solidFill>
                  <a:schemeClr val="tx1"/>
                </a:solidFill>
              </a:rPr>
              <a:t> </a:t>
            </a:r>
            <a:r>
              <a:rPr lang="da-DK" sz="1400" dirty="0" err="1">
                <a:solidFill>
                  <a:schemeClr val="tx1"/>
                </a:solidFill>
              </a:rPr>
              <a:t>document</a:t>
            </a:r>
            <a:r>
              <a:rPr lang="da-DK" sz="1400" dirty="0">
                <a:solidFill>
                  <a:schemeClr val="tx1"/>
                </a:solidFill>
              </a:rPr>
              <a:t> data</a:t>
            </a:r>
          </a:p>
          <a:p>
            <a:pPr algn="ctr"/>
            <a:endParaRPr lang="da-DK" sz="1400" dirty="0"/>
          </a:p>
          <a:p>
            <a:pPr algn="ctr"/>
            <a:endParaRPr lang="da-DK" sz="1400" dirty="0"/>
          </a:p>
          <a:p>
            <a:pPr algn="ctr"/>
            <a:endParaRPr lang="da-DK" sz="14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A7DDDF4-A54E-5A7F-5900-89E3A9DC9AF1}"/>
              </a:ext>
            </a:extLst>
          </p:cNvPr>
          <p:cNvSpPr/>
          <p:nvPr/>
        </p:nvSpPr>
        <p:spPr>
          <a:xfrm>
            <a:off x="6950263" y="249621"/>
            <a:ext cx="3015855" cy="761227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1400" dirty="0"/>
              <a:t>EUR-Lex Database</a:t>
            </a:r>
          </a:p>
          <a:p>
            <a:pPr algn="ctr"/>
            <a:r>
              <a:rPr lang="da-DK" sz="1400" dirty="0" err="1"/>
              <a:t>Extract</a:t>
            </a:r>
            <a:r>
              <a:rPr lang="da-DK" sz="1400" dirty="0"/>
              <a:t> EU </a:t>
            </a:r>
            <a:r>
              <a:rPr lang="da-DK" sz="1400" dirty="0" err="1"/>
              <a:t>legislation</a:t>
            </a:r>
            <a:r>
              <a:rPr lang="da-DK" sz="1400" dirty="0"/>
              <a:t> </a:t>
            </a:r>
            <a:r>
              <a:rPr lang="da-DK" sz="1400" dirty="0" err="1"/>
              <a:t>which</a:t>
            </a:r>
            <a:r>
              <a:rPr lang="da-DK" sz="1400" dirty="0"/>
              <a:t> </a:t>
            </a:r>
            <a:r>
              <a:rPr lang="da-DK" sz="1400" dirty="0" err="1"/>
              <a:t>mentions</a:t>
            </a:r>
            <a:r>
              <a:rPr lang="da-DK" sz="1400" dirty="0"/>
              <a:t>: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0AEBC7A-F189-D7F1-AB86-BBD0E403EDA6}"/>
              </a:ext>
            </a:extLst>
          </p:cNvPr>
          <p:cNvSpPr txBox="1"/>
          <p:nvPr/>
        </p:nvSpPr>
        <p:spPr>
          <a:xfrm>
            <a:off x="8537039" y="1705614"/>
            <a:ext cx="351743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(2) A query for every official MPA designation title within the EU and the UK. </a:t>
            </a:r>
          </a:p>
          <a:p>
            <a:pPr algn="ctr"/>
            <a:r>
              <a:rPr lang="en-US" sz="1000" dirty="0"/>
              <a:t>(i.e., world heritage site, Ramsar site, etc.) </a:t>
            </a:r>
          </a:p>
          <a:p>
            <a:endParaRPr lang="da-DK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883D803-871E-635A-0271-AE22C442A14B}"/>
              </a:ext>
            </a:extLst>
          </p:cNvPr>
          <p:cNvSpPr txBox="1"/>
          <p:nvPr/>
        </p:nvSpPr>
        <p:spPr>
          <a:xfrm>
            <a:off x="6048705" y="1692821"/>
            <a:ext cx="1605311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(1) ”marine protected”</a:t>
            </a:r>
          </a:p>
          <a:p>
            <a:endParaRPr lang="da-DK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433B5DCF-8F9F-4825-B866-148CB5E081F2}"/>
              </a:ext>
            </a:extLst>
          </p:cNvPr>
          <p:cNvCxnSpPr>
            <a:cxnSpLocks/>
          </p:cNvCxnSpPr>
          <p:nvPr/>
        </p:nvCxnSpPr>
        <p:spPr>
          <a:xfrm flipH="1">
            <a:off x="6964051" y="1000256"/>
            <a:ext cx="503539" cy="658153"/>
          </a:xfrm>
          <a:prstGeom prst="straightConnector1">
            <a:avLst/>
          </a:prstGeom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D0F6D07F-CCF1-8AA0-915F-8F5A6FCF99FD}"/>
              </a:ext>
            </a:extLst>
          </p:cNvPr>
          <p:cNvCxnSpPr/>
          <p:nvPr/>
        </p:nvCxnSpPr>
        <p:spPr>
          <a:xfrm>
            <a:off x="9470172" y="1055318"/>
            <a:ext cx="495946" cy="615246"/>
          </a:xfrm>
          <a:prstGeom prst="straightConnector1">
            <a:avLst/>
          </a:prstGeom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F8E9009-5BE1-D17E-6D60-8F5FA34947C6}"/>
              </a:ext>
            </a:extLst>
          </p:cNvPr>
          <p:cNvCxnSpPr>
            <a:cxnSpLocks/>
          </p:cNvCxnSpPr>
          <p:nvPr/>
        </p:nvCxnSpPr>
        <p:spPr>
          <a:xfrm>
            <a:off x="6851360" y="1969820"/>
            <a:ext cx="0" cy="595280"/>
          </a:xfrm>
          <a:prstGeom prst="straightConnector1">
            <a:avLst/>
          </a:prstGeom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1AAD43DA-1E6E-F6CD-F77E-F21EC0A390C7}"/>
              </a:ext>
            </a:extLst>
          </p:cNvPr>
          <p:cNvCxnSpPr>
            <a:cxnSpLocks/>
          </p:cNvCxnSpPr>
          <p:nvPr/>
        </p:nvCxnSpPr>
        <p:spPr>
          <a:xfrm>
            <a:off x="10324559" y="2360973"/>
            <a:ext cx="0" cy="204127"/>
          </a:xfrm>
          <a:prstGeom prst="straightConnector1">
            <a:avLst/>
          </a:prstGeom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20" name="Graphic 19" descr="Network outline">
            <a:extLst>
              <a:ext uri="{FF2B5EF4-FFF2-40B4-BE49-F238E27FC236}">
                <a16:creationId xmlns:a16="http://schemas.microsoft.com/office/drawing/2014/main" id="{5963E2ED-20B0-066E-25EF-D003BF15CE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67582" y="5270526"/>
            <a:ext cx="758746" cy="758746"/>
          </a:xfrm>
          <a:prstGeom prst="rect">
            <a:avLst/>
          </a:prstGeom>
        </p:spPr>
      </p:pic>
      <p:pic>
        <p:nvPicPr>
          <p:cNvPr id="21" name="Graphic 20" descr="Network outline">
            <a:extLst>
              <a:ext uri="{FF2B5EF4-FFF2-40B4-BE49-F238E27FC236}">
                <a16:creationId xmlns:a16="http://schemas.microsoft.com/office/drawing/2014/main" id="{E818E953-21FE-8075-9BB6-1E685AF443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20387264">
            <a:off x="7043961" y="5193824"/>
            <a:ext cx="758746" cy="758746"/>
          </a:xfrm>
          <a:prstGeom prst="rect">
            <a:avLst/>
          </a:prstGeom>
        </p:spPr>
      </p:pic>
      <p:pic>
        <p:nvPicPr>
          <p:cNvPr id="22" name="Graphic 21" descr="Network outline">
            <a:extLst>
              <a:ext uri="{FF2B5EF4-FFF2-40B4-BE49-F238E27FC236}">
                <a16:creationId xmlns:a16="http://schemas.microsoft.com/office/drawing/2014/main" id="{38DC20BC-1239-9ACB-48E3-110C917AD3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9762809">
            <a:off x="7057320" y="5655585"/>
            <a:ext cx="758746" cy="758746"/>
          </a:xfrm>
          <a:prstGeom prst="rect">
            <a:avLst/>
          </a:prstGeom>
        </p:spPr>
      </p:pic>
      <p:pic>
        <p:nvPicPr>
          <p:cNvPr id="23" name="Graphic 22" descr="Network outline">
            <a:extLst>
              <a:ext uri="{FF2B5EF4-FFF2-40B4-BE49-F238E27FC236}">
                <a16:creationId xmlns:a16="http://schemas.microsoft.com/office/drawing/2014/main" id="{D0A86861-D495-DB17-7D84-8B35E59648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9934484">
            <a:off x="6212039" y="5648286"/>
            <a:ext cx="758746" cy="758746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66383C48-3A42-034B-37F1-1035DD34A8B0}"/>
              </a:ext>
            </a:extLst>
          </p:cNvPr>
          <p:cNvSpPr txBox="1"/>
          <p:nvPr/>
        </p:nvSpPr>
        <p:spPr>
          <a:xfrm>
            <a:off x="6410030" y="2908968"/>
            <a:ext cx="20481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1200" dirty="0"/>
              <a:t>(1) </a:t>
            </a:r>
            <a:r>
              <a:rPr lang="da-DK" sz="1200" dirty="0" err="1"/>
              <a:t>Extract</a:t>
            </a:r>
            <a:r>
              <a:rPr lang="da-DK" sz="1200" dirty="0"/>
              <a:t> </a:t>
            </a:r>
            <a:r>
              <a:rPr lang="da-DK" sz="1200" dirty="0" err="1"/>
              <a:t>document’s</a:t>
            </a:r>
            <a:r>
              <a:rPr lang="da-DK" sz="1200" dirty="0"/>
              <a:t> legislative citations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2FF6B7E-1969-6D0E-135B-FB7AFD71521B}"/>
              </a:ext>
            </a:extLst>
          </p:cNvPr>
          <p:cNvSpPr txBox="1"/>
          <p:nvPr/>
        </p:nvSpPr>
        <p:spPr>
          <a:xfrm>
            <a:off x="8295621" y="2901669"/>
            <a:ext cx="25526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a-DK" sz="1200" dirty="0"/>
              <a:t>(2) </a:t>
            </a:r>
            <a:r>
              <a:rPr lang="da-DK" sz="1200" dirty="0" err="1"/>
              <a:t>Attach</a:t>
            </a:r>
            <a:r>
              <a:rPr lang="da-DK" sz="1200" dirty="0"/>
              <a:t> </a:t>
            </a:r>
            <a:r>
              <a:rPr lang="da-DK" sz="1200" dirty="0" err="1"/>
              <a:t>documents</a:t>
            </a:r>
            <a:r>
              <a:rPr lang="da-DK" sz="1200" dirty="0"/>
              <a:t> to </a:t>
            </a:r>
            <a:r>
              <a:rPr lang="da-DK" sz="1200" dirty="0" err="1"/>
              <a:t>their</a:t>
            </a:r>
            <a:r>
              <a:rPr lang="da-DK" sz="1200" dirty="0"/>
              <a:t> </a:t>
            </a:r>
            <a:r>
              <a:rPr lang="da-DK" sz="1200" dirty="0" err="1"/>
              <a:t>assigned</a:t>
            </a:r>
            <a:r>
              <a:rPr lang="da-DK" sz="1200" dirty="0"/>
              <a:t> EU </a:t>
            </a:r>
            <a:r>
              <a:rPr lang="da-DK" sz="1200" dirty="0" err="1"/>
              <a:t>descriptors</a:t>
            </a:r>
            <a:r>
              <a:rPr lang="da-DK" sz="1200" dirty="0"/>
              <a:t>.</a:t>
            </a:r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BCCC681D-4C4E-4743-9009-74C3290129FA}"/>
              </a:ext>
            </a:extLst>
          </p:cNvPr>
          <p:cNvSpPr/>
          <p:nvPr/>
        </p:nvSpPr>
        <p:spPr>
          <a:xfrm>
            <a:off x="7694667" y="6047018"/>
            <a:ext cx="1631245" cy="391130"/>
          </a:xfrm>
          <a:prstGeom prst="ellipse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a-DK" sz="900" b="1" dirty="0" err="1">
                <a:solidFill>
                  <a:schemeClr val="tx1"/>
                </a:solidFill>
              </a:rPr>
              <a:t>plasic</a:t>
            </a:r>
            <a:endParaRPr lang="da-DK" sz="900" b="1" dirty="0">
              <a:solidFill>
                <a:schemeClr val="tx1"/>
              </a:solidFill>
            </a:endParaRPr>
          </a:p>
        </p:txBody>
      </p: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AB81F1DE-5134-FD19-541D-ACFB02548FEA}"/>
              </a:ext>
            </a:extLst>
          </p:cNvPr>
          <p:cNvGrpSpPr/>
          <p:nvPr/>
        </p:nvGrpSpPr>
        <p:grpSpPr>
          <a:xfrm rot="693841">
            <a:off x="8334146" y="5021504"/>
            <a:ext cx="3030101" cy="1968416"/>
            <a:chOff x="7837310" y="4395277"/>
            <a:chExt cx="3594651" cy="2410457"/>
          </a:xfrm>
        </p:grpSpPr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C9C3B61E-533A-0762-9568-1DCA0FC5478E}"/>
                </a:ext>
              </a:extLst>
            </p:cNvPr>
            <p:cNvSpPr/>
            <p:nvPr/>
          </p:nvSpPr>
          <p:spPr>
            <a:xfrm>
              <a:off x="7947377" y="5499217"/>
              <a:ext cx="1478845" cy="391130"/>
            </a:xfrm>
            <a:prstGeom prst="ellipse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da-DK" sz="900" b="1" dirty="0" err="1">
                  <a:solidFill>
                    <a:schemeClr val="tx1"/>
                  </a:solidFill>
                </a:rPr>
                <a:t>sustainable</a:t>
              </a:r>
              <a:r>
                <a:rPr lang="da-DK" sz="900" b="1" dirty="0">
                  <a:solidFill>
                    <a:schemeClr val="tx1"/>
                  </a:solidFill>
                </a:rPr>
                <a:t> </a:t>
              </a:r>
              <a:r>
                <a:rPr lang="da-DK" sz="900" b="1" dirty="0" err="1">
                  <a:solidFill>
                    <a:schemeClr val="tx1"/>
                  </a:solidFill>
                </a:rPr>
                <a:t>development</a:t>
              </a:r>
              <a:endParaRPr lang="da-DK" sz="900" b="1" dirty="0">
                <a:solidFill>
                  <a:schemeClr val="tx1"/>
                </a:solidFill>
              </a:endParaRPr>
            </a:p>
          </p:txBody>
        </p:sp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0FF5FDCD-0B60-918B-2F18-740B41BA83F0}"/>
                </a:ext>
              </a:extLst>
            </p:cNvPr>
            <p:cNvSpPr/>
            <p:nvPr/>
          </p:nvSpPr>
          <p:spPr>
            <a:xfrm>
              <a:off x="8042528" y="4794080"/>
              <a:ext cx="1478845" cy="391130"/>
            </a:xfrm>
            <a:prstGeom prst="ellipse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da-DK" sz="900" b="1" dirty="0" err="1">
                  <a:solidFill>
                    <a:schemeClr val="tx1"/>
                  </a:solidFill>
                </a:rPr>
                <a:t>catch</a:t>
              </a:r>
              <a:r>
                <a:rPr lang="da-DK" sz="900" b="1" dirty="0">
                  <a:solidFill>
                    <a:schemeClr val="tx1"/>
                  </a:solidFill>
                </a:rPr>
                <a:t> </a:t>
              </a:r>
              <a:r>
                <a:rPr lang="da-DK" sz="900" b="1" dirty="0" err="1">
                  <a:solidFill>
                    <a:schemeClr val="tx1"/>
                  </a:solidFill>
                </a:rPr>
                <a:t>quota</a:t>
              </a:r>
              <a:endParaRPr lang="da-DK" sz="900" b="1" dirty="0">
                <a:solidFill>
                  <a:schemeClr val="tx1"/>
                </a:solidFill>
              </a:endParaRPr>
            </a:p>
          </p:txBody>
        </p: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9AEBBAC2-934C-6DFE-1EA9-4C1210EDC5C1}"/>
                </a:ext>
              </a:extLst>
            </p:cNvPr>
            <p:cNvSpPr/>
            <p:nvPr/>
          </p:nvSpPr>
          <p:spPr>
            <a:xfrm>
              <a:off x="9087555" y="5873496"/>
              <a:ext cx="1478845" cy="391130"/>
            </a:xfrm>
            <a:prstGeom prst="ellipse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da-DK" sz="900" b="1" dirty="0" err="1">
                  <a:solidFill>
                    <a:schemeClr val="tx1"/>
                  </a:solidFill>
                </a:rPr>
                <a:t>oil</a:t>
              </a:r>
              <a:r>
                <a:rPr lang="da-DK" sz="900" b="1" dirty="0">
                  <a:solidFill>
                    <a:schemeClr val="tx1"/>
                  </a:solidFill>
                </a:rPr>
                <a:t> </a:t>
              </a:r>
              <a:r>
                <a:rPr lang="da-DK" sz="900" b="1" dirty="0" err="1">
                  <a:solidFill>
                    <a:schemeClr val="tx1"/>
                  </a:solidFill>
                </a:rPr>
                <a:t>spills</a:t>
              </a:r>
              <a:endParaRPr lang="da-DK" sz="900" b="1" dirty="0">
                <a:solidFill>
                  <a:schemeClr val="tx1"/>
                </a:solidFill>
              </a:endParaRPr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EA4397AB-CFE2-8573-E149-CA76CE73ED2F}"/>
                </a:ext>
              </a:extLst>
            </p:cNvPr>
            <p:cNvSpPr/>
            <p:nvPr/>
          </p:nvSpPr>
          <p:spPr>
            <a:xfrm>
              <a:off x="8523109" y="6090874"/>
              <a:ext cx="1478845" cy="391130"/>
            </a:xfrm>
            <a:prstGeom prst="ellipse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da-DK" sz="900" b="1" dirty="0">
                  <a:solidFill>
                    <a:schemeClr val="tx1"/>
                  </a:solidFill>
                </a:rPr>
                <a:t>gas</a:t>
              </a:r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2F47DFF4-5CAC-C108-BD7F-E3EEF2FF9A28}"/>
                </a:ext>
              </a:extLst>
            </p:cNvPr>
            <p:cNvSpPr/>
            <p:nvPr/>
          </p:nvSpPr>
          <p:spPr>
            <a:xfrm>
              <a:off x="9137494" y="4395277"/>
              <a:ext cx="1631245" cy="391130"/>
            </a:xfrm>
            <a:prstGeom prst="ellipse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da-DK" sz="900" b="1" dirty="0" err="1">
                  <a:solidFill>
                    <a:schemeClr val="tx1"/>
                  </a:solidFill>
                </a:rPr>
                <a:t>indiginous</a:t>
              </a:r>
              <a:r>
                <a:rPr lang="da-DK" sz="900" b="1" dirty="0">
                  <a:solidFill>
                    <a:schemeClr val="tx1"/>
                  </a:solidFill>
                </a:rPr>
                <a:t> </a:t>
              </a:r>
              <a:r>
                <a:rPr lang="da-DK" sz="900" b="1" dirty="0" err="1">
                  <a:solidFill>
                    <a:schemeClr val="tx1"/>
                  </a:solidFill>
                </a:rPr>
                <a:t>communities</a:t>
              </a:r>
              <a:endParaRPr lang="da-DK" sz="900" b="1" dirty="0">
                <a:solidFill>
                  <a:schemeClr val="tx1"/>
                </a:solidFill>
              </a:endParaRPr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E1253534-EE7D-4041-E38D-41B055140DE0}"/>
                </a:ext>
              </a:extLst>
            </p:cNvPr>
            <p:cNvSpPr/>
            <p:nvPr/>
          </p:nvSpPr>
          <p:spPr>
            <a:xfrm>
              <a:off x="9137494" y="5275034"/>
              <a:ext cx="1478845" cy="391130"/>
            </a:xfrm>
            <a:prstGeom prst="ellipse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da-DK" sz="900" b="1" dirty="0" err="1">
                  <a:solidFill>
                    <a:schemeClr val="tx1"/>
                  </a:solidFill>
                </a:rPr>
                <a:t>fishing</a:t>
              </a:r>
              <a:r>
                <a:rPr lang="da-DK" sz="900" b="1" dirty="0">
                  <a:solidFill>
                    <a:schemeClr val="tx1"/>
                  </a:solidFill>
                </a:rPr>
                <a:t> </a:t>
              </a:r>
              <a:r>
                <a:rPr lang="da-DK" sz="900" b="1" dirty="0" err="1">
                  <a:solidFill>
                    <a:schemeClr val="tx1"/>
                  </a:solidFill>
                </a:rPr>
                <a:t>fleet</a:t>
              </a:r>
              <a:endParaRPr lang="da-DK" sz="900" b="1" dirty="0">
                <a:solidFill>
                  <a:schemeClr val="tx1"/>
                </a:solidFill>
              </a:endParaRPr>
            </a:p>
          </p:txBody>
        </p: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F105E0D5-3863-CFFD-45C8-7E07715FEE4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028766" y="4833253"/>
              <a:ext cx="710723" cy="681499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C19C0E46-5103-25BC-0B6D-9FBAD90449D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426222" y="6181231"/>
              <a:ext cx="313267" cy="105208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AE991B7D-4EBD-CF49-7781-DD825CFE102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286044" y="5897825"/>
              <a:ext cx="170195" cy="193049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00D8D6BA-B16F-7848-DFC3-BBD88372D500}"/>
                </a:ext>
              </a:extLst>
            </p:cNvPr>
            <p:cNvSpPr/>
            <p:nvPr/>
          </p:nvSpPr>
          <p:spPr>
            <a:xfrm>
              <a:off x="7837310" y="6414604"/>
              <a:ext cx="1631245" cy="391130"/>
            </a:xfrm>
            <a:prstGeom prst="ellipse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da-DK" sz="900" b="1" dirty="0">
                  <a:solidFill>
                    <a:schemeClr val="tx1"/>
                  </a:solidFill>
                </a:rPr>
                <a:t>marine pollution</a:t>
              </a:r>
            </a:p>
          </p:txBody>
        </p: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25B0A37F-A66D-74D1-E535-BE514A1F8E4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117572" y="6327035"/>
              <a:ext cx="253569" cy="19248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C50CAF3C-A290-E4A1-4E92-A97987FB60A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856994" y="5854040"/>
              <a:ext cx="280500" cy="343097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1112C186-2A84-E1FF-6573-4E5CE44ABDA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912146" y="6363360"/>
              <a:ext cx="170195" cy="193049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A7FF44C2-B218-E905-8077-C0A3DD82339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621889" y="5897825"/>
              <a:ext cx="25395" cy="478589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8C6B8F40-E1F6-39C2-C27E-A03F1DF489C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105528" y="5828029"/>
              <a:ext cx="425174" cy="152202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8FF64CA8-E40D-9146-5C45-414E9C611635}"/>
                </a:ext>
              </a:extLst>
            </p:cNvPr>
            <p:cNvCxnSpPr>
              <a:cxnSpLocks/>
              <a:stCxn id="43" idx="0"/>
            </p:cNvCxnSpPr>
            <p:nvPr/>
          </p:nvCxnSpPr>
          <p:spPr>
            <a:xfrm flipV="1">
              <a:off x="8686800" y="5104171"/>
              <a:ext cx="11095" cy="395046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91A9D9DD-F0E1-9615-8ECA-CE1AB9A84A9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210764" y="4752216"/>
              <a:ext cx="223027" cy="131973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115BAC95-0ED4-582B-2AA0-9BE978DA5FCF}"/>
                </a:ext>
              </a:extLst>
            </p:cNvPr>
            <p:cNvCxnSpPr>
              <a:cxnSpLocks/>
              <a:endCxn id="52" idx="4"/>
            </p:cNvCxnSpPr>
            <p:nvPr/>
          </p:nvCxnSpPr>
          <p:spPr>
            <a:xfrm flipV="1">
              <a:off x="9884879" y="4786407"/>
              <a:ext cx="68238" cy="562832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600DD077-04A5-315C-EF66-77374B0BB0B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176577" y="5075331"/>
              <a:ext cx="474537" cy="273908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85" name="Oval 84">
              <a:extLst>
                <a:ext uri="{FF2B5EF4-FFF2-40B4-BE49-F238E27FC236}">
                  <a16:creationId xmlns:a16="http://schemas.microsoft.com/office/drawing/2014/main" id="{73211C92-5469-ABA2-9B16-C0DBA90AF7F8}"/>
                </a:ext>
              </a:extLst>
            </p:cNvPr>
            <p:cNvSpPr/>
            <p:nvPr/>
          </p:nvSpPr>
          <p:spPr>
            <a:xfrm>
              <a:off x="9953116" y="4808220"/>
              <a:ext cx="1478845" cy="391130"/>
            </a:xfrm>
            <a:prstGeom prst="ellipse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da-DK" sz="900" b="1" dirty="0">
                  <a:solidFill>
                    <a:schemeClr val="tx1"/>
                  </a:solidFill>
                </a:rPr>
                <a:t>international </a:t>
              </a:r>
              <a:r>
                <a:rPr lang="da-DK" sz="900" b="1" dirty="0" err="1">
                  <a:solidFill>
                    <a:schemeClr val="tx1"/>
                  </a:solidFill>
                </a:rPr>
                <a:t>waters</a:t>
              </a:r>
              <a:endParaRPr lang="da-DK" sz="900" b="1" dirty="0">
                <a:solidFill>
                  <a:schemeClr val="tx1"/>
                </a:solidFill>
              </a:endParaRPr>
            </a:p>
          </p:txBody>
        </p:sp>
        <p:cxnSp>
          <p:nvCxnSpPr>
            <p:cNvPr id="91" name="Straight Connector 90">
              <a:extLst>
                <a:ext uri="{FF2B5EF4-FFF2-40B4-BE49-F238E27FC236}">
                  <a16:creationId xmlns:a16="http://schemas.microsoft.com/office/drawing/2014/main" id="{8BAE7961-9ED8-A96B-242C-101AC875DCA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262531" y="4992595"/>
              <a:ext cx="1070074" cy="1119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7" name="Straight Connector 96">
              <a:extLst>
                <a:ext uri="{FF2B5EF4-FFF2-40B4-BE49-F238E27FC236}">
                  <a16:creationId xmlns:a16="http://schemas.microsoft.com/office/drawing/2014/main" id="{8A7A93A4-056C-E467-E938-B057921D33E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165645" y="5178363"/>
              <a:ext cx="285951" cy="187616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48C63428-75ED-37C1-9368-1B3A79B1A24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098507" y="5257295"/>
              <a:ext cx="624096" cy="768293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10" name="Rectangle 109">
            <a:extLst>
              <a:ext uri="{FF2B5EF4-FFF2-40B4-BE49-F238E27FC236}">
                <a16:creationId xmlns:a16="http://schemas.microsoft.com/office/drawing/2014/main" id="{571BB537-2331-71D5-E940-AB8357AC6E22}"/>
              </a:ext>
            </a:extLst>
          </p:cNvPr>
          <p:cNvSpPr/>
          <p:nvPr/>
        </p:nvSpPr>
        <p:spPr>
          <a:xfrm>
            <a:off x="6349078" y="3632152"/>
            <a:ext cx="4367002" cy="1366933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a-DK" sz="1400" dirty="0">
              <a:solidFill>
                <a:schemeClr val="tx1"/>
              </a:solidFill>
            </a:endParaRPr>
          </a:p>
          <a:p>
            <a:pPr algn="ctr"/>
            <a:endParaRPr lang="da-DK" sz="1400" dirty="0">
              <a:solidFill>
                <a:schemeClr val="tx1"/>
              </a:solidFill>
            </a:endParaRPr>
          </a:p>
          <a:p>
            <a:pPr algn="ctr"/>
            <a:endParaRPr lang="da-DK" sz="1400" dirty="0">
              <a:solidFill>
                <a:schemeClr val="tx1"/>
              </a:solidFill>
            </a:endParaRPr>
          </a:p>
          <a:p>
            <a:r>
              <a:rPr lang="da-DK" sz="1400" dirty="0">
                <a:solidFill>
                  <a:schemeClr val="tx1"/>
                </a:solidFill>
              </a:rPr>
              <a:t>                                 Network </a:t>
            </a:r>
            <a:r>
              <a:rPr lang="da-DK" sz="1400" dirty="0" err="1">
                <a:solidFill>
                  <a:schemeClr val="tx1"/>
                </a:solidFill>
              </a:rPr>
              <a:t>analysis</a:t>
            </a:r>
            <a:endParaRPr lang="da-DK" sz="1400" dirty="0">
              <a:solidFill>
                <a:schemeClr val="tx1"/>
              </a:solidFill>
            </a:endParaRPr>
          </a:p>
          <a:p>
            <a:pPr marL="228600" indent="-228600" algn="ctr">
              <a:buAutoNum type="arabicParenBoth"/>
            </a:pPr>
            <a:r>
              <a:rPr lang="da-DK" sz="1200" dirty="0">
                <a:solidFill>
                  <a:schemeClr val="tx1"/>
                </a:solidFill>
              </a:rPr>
              <a:t>Citation </a:t>
            </a:r>
            <a:r>
              <a:rPr lang="da-DK" sz="1200" dirty="0" err="1">
                <a:solidFill>
                  <a:schemeClr val="tx1"/>
                </a:solidFill>
              </a:rPr>
              <a:t>network</a:t>
            </a:r>
            <a:r>
              <a:rPr lang="da-DK" sz="1200" dirty="0">
                <a:solidFill>
                  <a:schemeClr val="tx1"/>
                </a:solidFill>
              </a:rPr>
              <a:t>                   (2) term label </a:t>
            </a:r>
            <a:r>
              <a:rPr lang="da-DK" sz="1200" dirty="0" err="1">
                <a:solidFill>
                  <a:schemeClr val="tx1"/>
                </a:solidFill>
              </a:rPr>
              <a:t>co-occurance</a:t>
            </a:r>
            <a:r>
              <a:rPr lang="da-DK" sz="1200" dirty="0">
                <a:solidFill>
                  <a:schemeClr val="tx1"/>
                </a:solidFill>
              </a:rPr>
              <a:t> </a:t>
            </a:r>
            <a:r>
              <a:rPr lang="da-DK" sz="1200" dirty="0" err="1">
                <a:solidFill>
                  <a:schemeClr val="tx1"/>
                </a:solidFill>
              </a:rPr>
              <a:t>network</a:t>
            </a:r>
            <a:endParaRPr lang="da-DK" sz="1200" dirty="0">
              <a:solidFill>
                <a:schemeClr val="tx1"/>
              </a:solidFill>
            </a:endParaRPr>
          </a:p>
          <a:p>
            <a:pPr marL="228600" indent="-228600" algn="ctr">
              <a:buAutoNum type="arabicParenBoth"/>
            </a:pPr>
            <a:endParaRPr lang="da-DK" sz="1200" dirty="0">
              <a:solidFill>
                <a:schemeClr val="tx1"/>
              </a:solidFill>
            </a:endParaRPr>
          </a:p>
          <a:p>
            <a:pPr marL="228600" indent="-228600" algn="ctr">
              <a:buAutoNum type="arabicParenBoth"/>
            </a:pPr>
            <a:endParaRPr lang="da-DK" sz="1200" dirty="0">
              <a:solidFill>
                <a:schemeClr val="tx1"/>
              </a:solidFill>
            </a:endParaRPr>
          </a:p>
          <a:p>
            <a:pPr marL="228600" indent="-228600" algn="ctr">
              <a:buAutoNum type="arabicParenBoth"/>
            </a:pPr>
            <a:endParaRPr lang="da-DK" sz="1200" dirty="0">
              <a:solidFill>
                <a:schemeClr val="tx1"/>
              </a:solidFill>
            </a:endParaRPr>
          </a:p>
          <a:p>
            <a:pPr algn="ctr"/>
            <a:endParaRPr lang="da-DK" sz="1400" dirty="0"/>
          </a:p>
          <a:p>
            <a:pPr algn="ctr"/>
            <a:endParaRPr lang="da-DK" sz="1400" dirty="0"/>
          </a:p>
          <a:p>
            <a:pPr algn="ctr"/>
            <a:endParaRPr lang="da-DK" sz="1400" dirty="0"/>
          </a:p>
          <a:p>
            <a:pPr algn="ctr"/>
            <a:endParaRPr lang="da-DK" sz="1400" dirty="0"/>
          </a:p>
          <a:p>
            <a:pPr algn="ctr"/>
            <a:endParaRPr lang="da-DK" sz="1400" dirty="0"/>
          </a:p>
        </p:txBody>
      </p:sp>
      <p:cxnSp>
        <p:nvCxnSpPr>
          <p:cNvPr id="114" name="Straight Arrow Connector 113">
            <a:extLst>
              <a:ext uri="{FF2B5EF4-FFF2-40B4-BE49-F238E27FC236}">
                <a16:creationId xmlns:a16="http://schemas.microsoft.com/office/drawing/2014/main" id="{E0B9FD49-4D41-E387-4F6C-6C2644B68577}"/>
              </a:ext>
            </a:extLst>
          </p:cNvPr>
          <p:cNvCxnSpPr>
            <a:cxnSpLocks/>
          </p:cNvCxnSpPr>
          <p:nvPr/>
        </p:nvCxnSpPr>
        <p:spPr>
          <a:xfrm>
            <a:off x="8444846" y="3460708"/>
            <a:ext cx="0" cy="171444"/>
          </a:xfrm>
          <a:prstGeom prst="straightConnector1">
            <a:avLst/>
          </a:prstGeom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16" name="Straight Arrow Connector 115">
            <a:extLst>
              <a:ext uri="{FF2B5EF4-FFF2-40B4-BE49-F238E27FC236}">
                <a16:creationId xmlns:a16="http://schemas.microsoft.com/office/drawing/2014/main" id="{09E86055-BACF-C34F-378C-1D5967BB1F71}"/>
              </a:ext>
            </a:extLst>
          </p:cNvPr>
          <p:cNvCxnSpPr>
            <a:cxnSpLocks/>
          </p:cNvCxnSpPr>
          <p:nvPr/>
        </p:nvCxnSpPr>
        <p:spPr>
          <a:xfrm>
            <a:off x="7128786" y="4999085"/>
            <a:ext cx="0" cy="369564"/>
          </a:xfrm>
          <a:prstGeom prst="straightConnector1">
            <a:avLst/>
          </a:prstGeom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17" name="Straight Arrow Connector 116">
            <a:extLst>
              <a:ext uri="{FF2B5EF4-FFF2-40B4-BE49-F238E27FC236}">
                <a16:creationId xmlns:a16="http://schemas.microsoft.com/office/drawing/2014/main" id="{D16D8493-018D-62E5-ACC7-D7572A916C83}"/>
              </a:ext>
            </a:extLst>
          </p:cNvPr>
          <p:cNvCxnSpPr>
            <a:cxnSpLocks/>
          </p:cNvCxnSpPr>
          <p:nvPr/>
        </p:nvCxnSpPr>
        <p:spPr>
          <a:xfrm>
            <a:off x="9562923" y="4999085"/>
            <a:ext cx="0" cy="256336"/>
          </a:xfrm>
          <a:prstGeom prst="straightConnector1">
            <a:avLst/>
          </a:prstGeom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9B92312B-6C29-8804-0EB2-B60D9F9B6165}"/>
              </a:ext>
            </a:extLst>
          </p:cNvPr>
          <p:cNvSpPr txBox="1"/>
          <p:nvPr/>
        </p:nvSpPr>
        <p:spPr>
          <a:xfrm>
            <a:off x="464949" y="344837"/>
            <a:ext cx="357623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5400" dirty="0"/>
              <a:t>Methods workflow: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DB7BE22-D465-2B7D-EB45-24F23C000FB1}"/>
              </a:ext>
            </a:extLst>
          </p:cNvPr>
          <p:cNvSpPr txBox="1"/>
          <p:nvPr/>
        </p:nvSpPr>
        <p:spPr>
          <a:xfrm>
            <a:off x="6385084" y="4032745"/>
            <a:ext cx="18406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&gt; Calculate network statistics:         </a:t>
            </a:r>
          </a:p>
          <a:p>
            <a:r>
              <a:rPr lang="en-US" sz="800" dirty="0"/>
              <a:t>Betweenness, degrees in/out, document clusters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91D0C90-0014-FDB2-D4F2-A2A690B9347B}"/>
              </a:ext>
            </a:extLst>
          </p:cNvPr>
          <p:cNvSpPr txBox="1"/>
          <p:nvPr/>
        </p:nvSpPr>
        <p:spPr>
          <a:xfrm>
            <a:off x="8332179" y="4035802"/>
            <a:ext cx="255264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&gt; Calculate network statistics:         </a:t>
            </a:r>
          </a:p>
          <a:p>
            <a:r>
              <a:rPr lang="en-US" sz="800" dirty="0"/>
              <a:t>Betweenness, degrees in/out</a:t>
            </a:r>
          </a:p>
          <a:p>
            <a:r>
              <a:rPr lang="en-US" sz="800" dirty="0"/>
              <a:t>&gt; Assess Theme clusters</a:t>
            </a:r>
          </a:p>
          <a:p>
            <a:r>
              <a:rPr lang="en-US" sz="800" dirty="0"/>
              <a:t>&gt;  </a:t>
            </a:r>
            <a:r>
              <a:rPr lang="en-US" sz="800" dirty="0" err="1"/>
              <a:t>glmms</a:t>
            </a:r>
            <a:r>
              <a:rPr lang="en-US" sz="800" dirty="0"/>
              <a:t>: is cluster prevalence related to betweenness and/or degree ratio?</a:t>
            </a:r>
          </a:p>
        </p:txBody>
      </p:sp>
    </p:spTree>
    <p:extLst>
      <p:ext uri="{BB962C8B-B14F-4D97-AF65-F5344CB8AC3E}">
        <p14:creationId xmlns:p14="http://schemas.microsoft.com/office/powerpoint/2010/main" val="7593103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0B470B-D0C6-F68A-0CC7-0D66580FE3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Legislation</a:t>
            </a:r>
            <a:r>
              <a:rPr lang="da-DK" dirty="0"/>
              <a:t> Search </a:t>
            </a:r>
            <a:r>
              <a:rPr lang="da-DK" dirty="0" err="1"/>
              <a:t>Results</a:t>
            </a:r>
            <a:r>
              <a:rPr lang="da-DK" dirty="0"/>
              <a:t>: </a:t>
            </a:r>
          </a:p>
        </p:txBody>
      </p:sp>
      <p:pic>
        <p:nvPicPr>
          <p:cNvPr id="5" name="Content Placeholder 4" descr="Graphical user interface, text&#10;&#10;Description automatically generated">
            <a:extLst>
              <a:ext uri="{FF2B5EF4-FFF2-40B4-BE49-F238E27FC236}">
                <a16:creationId xmlns:a16="http://schemas.microsoft.com/office/drawing/2014/main" id="{15977054-866B-4715-D5EE-6BAD5CFCB0E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4539" y="2151690"/>
            <a:ext cx="7160578" cy="3263826"/>
          </a:xfrm>
        </p:spPr>
      </p:pic>
      <p:sp>
        <p:nvSpPr>
          <p:cNvPr id="6" name="Right Brace 5">
            <a:extLst>
              <a:ext uri="{FF2B5EF4-FFF2-40B4-BE49-F238E27FC236}">
                <a16:creationId xmlns:a16="http://schemas.microsoft.com/office/drawing/2014/main" id="{BFF48498-A873-FBF7-F2DA-83BDDEE85531}"/>
              </a:ext>
            </a:extLst>
          </p:cNvPr>
          <p:cNvSpPr/>
          <p:nvPr/>
        </p:nvSpPr>
        <p:spPr>
          <a:xfrm>
            <a:off x="7967330" y="3168502"/>
            <a:ext cx="184298" cy="2133600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D0524AB-A61A-6F96-ECCF-C37A792D750D}"/>
              </a:ext>
            </a:extLst>
          </p:cNvPr>
          <p:cNvSpPr txBox="1"/>
          <p:nvPr/>
        </p:nvSpPr>
        <p:spPr>
          <a:xfrm>
            <a:off x="8201247" y="3783603"/>
            <a:ext cx="356545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1200" dirty="0"/>
              <a:t>41 decisions</a:t>
            </a:r>
          </a:p>
          <a:p>
            <a:r>
              <a:rPr lang="da-DK" sz="1200" dirty="0"/>
              <a:t>16 </a:t>
            </a:r>
            <a:r>
              <a:rPr lang="da-DK" sz="1200" dirty="0" err="1"/>
              <a:t>directives</a:t>
            </a:r>
            <a:endParaRPr lang="da-DK" sz="1200" dirty="0"/>
          </a:p>
          <a:p>
            <a:r>
              <a:rPr lang="da-DK" sz="1200" dirty="0"/>
              <a:t>2 opinions</a:t>
            </a:r>
          </a:p>
          <a:p>
            <a:r>
              <a:rPr lang="da-DK" sz="1200" dirty="0"/>
              <a:t>2 </a:t>
            </a:r>
            <a:r>
              <a:rPr lang="da-DK" sz="1200" dirty="0" err="1"/>
              <a:t>recommendations</a:t>
            </a:r>
            <a:endParaRPr lang="da-DK" sz="1200" dirty="0"/>
          </a:p>
          <a:p>
            <a:r>
              <a:rPr lang="da-DK" sz="1200" dirty="0"/>
              <a:t>38 </a:t>
            </a:r>
            <a:r>
              <a:rPr lang="da-DK" sz="1200" dirty="0" err="1"/>
              <a:t>regulations</a:t>
            </a:r>
            <a:endParaRPr lang="da-DK" sz="1200" dirty="0"/>
          </a:p>
        </p:txBody>
      </p:sp>
      <p:sp>
        <p:nvSpPr>
          <p:cNvPr id="8" name="Right Brace 7">
            <a:extLst>
              <a:ext uri="{FF2B5EF4-FFF2-40B4-BE49-F238E27FC236}">
                <a16:creationId xmlns:a16="http://schemas.microsoft.com/office/drawing/2014/main" id="{D9F352EF-68F6-F19B-5F6E-B2811EA85967}"/>
              </a:ext>
            </a:extLst>
          </p:cNvPr>
          <p:cNvSpPr/>
          <p:nvPr/>
        </p:nvSpPr>
        <p:spPr>
          <a:xfrm>
            <a:off x="7988595" y="2931042"/>
            <a:ext cx="129041" cy="237460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3ABB12B-1ED3-B1A4-2FF6-AA5978E6B024}"/>
              </a:ext>
            </a:extLst>
          </p:cNvPr>
          <p:cNvSpPr txBox="1"/>
          <p:nvPr/>
        </p:nvSpPr>
        <p:spPr>
          <a:xfrm>
            <a:off x="8117636" y="2891503"/>
            <a:ext cx="356545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1200" dirty="0"/>
              <a:t>6 decisions, 2 </a:t>
            </a:r>
            <a:r>
              <a:rPr lang="da-DK" sz="1200" dirty="0" err="1"/>
              <a:t>directives</a:t>
            </a:r>
            <a:r>
              <a:rPr lang="da-DK" sz="1200" dirty="0"/>
              <a:t>, 10 </a:t>
            </a:r>
            <a:r>
              <a:rPr lang="da-DK" sz="1200" dirty="0" err="1"/>
              <a:t>regulations</a:t>
            </a:r>
            <a:endParaRPr lang="da-DK" sz="1200" dirty="0"/>
          </a:p>
        </p:txBody>
      </p:sp>
    </p:spTree>
    <p:extLst>
      <p:ext uri="{BB962C8B-B14F-4D97-AF65-F5344CB8AC3E}">
        <p14:creationId xmlns:p14="http://schemas.microsoft.com/office/powerpoint/2010/main" val="7985118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109E39-3C2B-8F67-7C7A-3C02CC4BE4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069" y="60042"/>
            <a:ext cx="10515600" cy="1325563"/>
          </a:xfrm>
        </p:spPr>
        <p:txBody>
          <a:bodyPr/>
          <a:lstStyle/>
          <a:p>
            <a:r>
              <a:rPr lang="da-DK" dirty="0"/>
              <a:t>Citation </a:t>
            </a:r>
            <a:r>
              <a:rPr lang="da-DK" dirty="0" err="1"/>
              <a:t>networks</a:t>
            </a:r>
            <a:endParaRPr lang="da-DK" dirty="0"/>
          </a:p>
        </p:txBody>
      </p:sp>
      <p:pic>
        <p:nvPicPr>
          <p:cNvPr id="5" name="Content Placeholder 4" descr="Scatter chart&#10;&#10;Description automatically generated">
            <a:extLst>
              <a:ext uri="{FF2B5EF4-FFF2-40B4-BE49-F238E27FC236}">
                <a16:creationId xmlns:a16="http://schemas.microsoft.com/office/drawing/2014/main" id="{6806B3E3-6D0A-C2CE-6886-14E856CD068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0908" y="629764"/>
            <a:ext cx="7145906" cy="5852251"/>
          </a:xfr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4C38C0FB-DE05-C1B0-6631-611E2ABCDCA3}"/>
              </a:ext>
            </a:extLst>
          </p:cNvPr>
          <p:cNvSpPr txBox="1"/>
          <p:nvPr/>
        </p:nvSpPr>
        <p:spPr>
          <a:xfrm>
            <a:off x="256952" y="1552353"/>
            <a:ext cx="4974264" cy="41857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1400" b="1" dirty="0" err="1"/>
              <a:t>Some</a:t>
            </a:r>
            <a:r>
              <a:rPr lang="da-DK" sz="1400" b="1" dirty="0"/>
              <a:t> highlights:</a:t>
            </a:r>
          </a:p>
          <a:p>
            <a:endParaRPr lang="da-DK" sz="12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a-DK" sz="1200" dirty="0"/>
              <a:t>MPA </a:t>
            </a:r>
            <a:r>
              <a:rPr lang="da-DK" sz="1200" dirty="0" err="1"/>
              <a:t>query</a:t>
            </a:r>
            <a:r>
              <a:rPr lang="da-DK" sz="1200" dirty="0"/>
              <a:t> has a </a:t>
            </a:r>
            <a:r>
              <a:rPr lang="da-DK" sz="1200" dirty="0" err="1"/>
              <a:t>strong</a:t>
            </a:r>
            <a:r>
              <a:rPr lang="da-DK" sz="1200" dirty="0"/>
              <a:t> </a:t>
            </a:r>
            <a:r>
              <a:rPr lang="da-DK" sz="1200" dirty="0" err="1"/>
              <a:t>focus</a:t>
            </a:r>
            <a:r>
              <a:rPr lang="da-DK" sz="1200" dirty="0"/>
              <a:t> on </a:t>
            </a:r>
            <a:r>
              <a:rPr lang="da-DK" sz="1200" dirty="0" err="1"/>
              <a:t>sustainable</a:t>
            </a:r>
            <a:r>
              <a:rPr lang="da-DK" sz="1200" dirty="0"/>
              <a:t> </a:t>
            </a:r>
            <a:r>
              <a:rPr lang="da-DK" sz="1200" dirty="0" err="1"/>
              <a:t>fisheries</a:t>
            </a:r>
            <a:r>
              <a:rPr lang="da-DK" sz="1200" dirty="0"/>
              <a:t> </a:t>
            </a:r>
            <a:r>
              <a:rPr lang="da-DK" sz="1200" dirty="0" err="1"/>
              <a:t>legislation</a:t>
            </a:r>
            <a:endParaRPr lang="da-DK" sz="12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a-DK" sz="1200" b="1" dirty="0"/>
              <a:t>CFP has </a:t>
            </a:r>
            <a:r>
              <a:rPr lang="da-DK" sz="1200" b="1" dirty="0" err="1"/>
              <a:t>highest</a:t>
            </a:r>
            <a:r>
              <a:rPr lang="da-DK" sz="1200" b="1" dirty="0"/>
              <a:t> </a:t>
            </a:r>
            <a:r>
              <a:rPr lang="da-DK" sz="1200" b="1" dirty="0" err="1"/>
              <a:t>betweennness</a:t>
            </a:r>
            <a:r>
              <a:rPr lang="da-DK" sz="1200" b="1" dirty="0"/>
              <a:t> </a:t>
            </a:r>
            <a:r>
              <a:rPr lang="da-DK" sz="1200" dirty="0"/>
              <a:t>score in the </a:t>
            </a:r>
            <a:r>
              <a:rPr lang="da-DK" sz="1200" dirty="0" err="1"/>
              <a:t>first</a:t>
            </a:r>
            <a:r>
              <a:rPr lang="da-DK" sz="1200" dirty="0"/>
              <a:t> </a:t>
            </a:r>
            <a:r>
              <a:rPr lang="da-DK" sz="1200" dirty="0" err="1"/>
              <a:t>order</a:t>
            </a:r>
            <a:r>
              <a:rPr lang="da-DK" sz="1200" dirty="0"/>
              <a:t> </a:t>
            </a:r>
            <a:r>
              <a:rPr lang="da-DK" sz="1200" dirty="0" err="1"/>
              <a:t>network</a:t>
            </a:r>
            <a:r>
              <a:rPr lang="da-DK" sz="1200" dirty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a-DK" sz="1200" b="1" dirty="0"/>
              <a:t>European maritime </a:t>
            </a:r>
            <a:r>
              <a:rPr lang="da-DK" sz="1200" b="1" dirty="0" err="1"/>
              <a:t>fisheries</a:t>
            </a:r>
            <a:r>
              <a:rPr lang="da-DK" sz="1200" b="1" dirty="0"/>
              <a:t> fund (2014-2020) </a:t>
            </a:r>
            <a:r>
              <a:rPr lang="da-DK" sz="1200" b="1" dirty="0" err="1"/>
              <a:t>highest</a:t>
            </a:r>
            <a:r>
              <a:rPr lang="da-DK" sz="1200" b="1" dirty="0"/>
              <a:t> </a:t>
            </a:r>
            <a:r>
              <a:rPr lang="da-DK" sz="1200" b="1" dirty="0" err="1"/>
              <a:t>betweenness</a:t>
            </a:r>
            <a:r>
              <a:rPr lang="da-DK" sz="1200" b="1" dirty="0"/>
              <a:t> </a:t>
            </a:r>
            <a:r>
              <a:rPr lang="da-DK" sz="1200" dirty="0"/>
              <a:t>score in </a:t>
            </a:r>
            <a:r>
              <a:rPr lang="da-DK" sz="1200" dirty="0" err="1"/>
              <a:t>second</a:t>
            </a:r>
            <a:r>
              <a:rPr lang="da-DK" sz="1200" dirty="0"/>
              <a:t> </a:t>
            </a:r>
            <a:r>
              <a:rPr lang="da-DK" sz="1200" dirty="0" err="1"/>
              <a:t>order</a:t>
            </a:r>
            <a:r>
              <a:rPr lang="da-DK" sz="1200" dirty="0"/>
              <a:t> </a:t>
            </a:r>
            <a:r>
              <a:rPr lang="da-DK" sz="1200" dirty="0" err="1"/>
              <a:t>network</a:t>
            </a:r>
            <a:endParaRPr lang="da-DK" sz="1200" dirty="0"/>
          </a:p>
          <a:p>
            <a:pPr lvl="1"/>
            <a:endParaRPr lang="da-DK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a-DK" sz="1200" dirty="0"/>
              <a:t>Designation </a:t>
            </a:r>
            <a:r>
              <a:rPr lang="da-DK" sz="1200" dirty="0" err="1"/>
              <a:t>titles</a:t>
            </a:r>
            <a:r>
              <a:rPr lang="da-DK" sz="1200" dirty="0"/>
              <a:t> </a:t>
            </a:r>
            <a:r>
              <a:rPr lang="da-DK" sz="1200" dirty="0" err="1"/>
              <a:t>related</a:t>
            </a:r>
            <a:r>
              <a:rPr lang="da-DK" sz="1200" dirty="0"/>
              <a:t> </a:t>
            </a:r>
            <a:r>
              <a:rPr lang="da-DK" sz="1200" dirty="0" err="1"/>
              <a:t>legislation</a:t>
            </a:r>
            <a:r>
              <a:rPr lang="da-DK" sz="1200" dirty="0"/>
              <a:t> </a:t>
            </a:r>
            <a:r>
              <a:rPr lang="da-DK" sz="1200" dirty="0" err="1"/>
              <a:t>are</a:t>
            </a:r>
            <a:r>
              <a:rPr lang="da-DK" sz="1200" dirty="0"/>
              <a:t> more </a:t>
            </a:r>
            <a:r>
              <a:rPr lang="da-DK" sz="1200" dirty="0" err="1"/>
              <a:t>focused</a:t>
            </a:r>
            <a:r>
              <a:rPr lang="da-DK" sz="1200" dirty="0"/>
              <a:t> on </a:t>
            </a:r>
            <a:r>
              <a:rPr lang="da-DK" sz="1200" dirty="0" err="1"/>
              <a:t>good</a:t>
            </a:r>
            <a:r>
              <a:rPr lang="da-DK" sz="1200" dirty="0"/>
              <a:t> </a:t>
            </a:r>
            <a:r>
              <a:rPr lang="da-DK" sz="1200" dirty="0" err="1"/>
              <a:t>environmental</a:t>
            </a:r>
            <a:r>
              <a:rPr lang="da-DK" sz="1200" dirty="0"/>
              <a:t> statues: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a-DK" sz="1200" b="1" dirty="0" err="1"/>
              <a:t>Strategy</a:t>
            </a:r>
            <a:r>
              <a:rPr lang="da-DK" sz="1200" b="1" dirty="0"/>
              <a:t> for the Marine Environment </a:t>
            </a:r>
            <a:r>
              <a:rPr lang="da-DK" sz="1200" b="1" dirty="0" err="1"/>
              <a:t>highest</a:t>
            </a:r>
            <a:r>
              <a:rPr lang="da-DK" sz="1200" b="1" dirty="0"/>
              <a:t> </a:t>
            </a:r>
            <a:r>
              <a:rPr lang="da-DK" sz="1200" b="1" dirty="0" err="1"/>
              <a:t>betweennness</a:t>
            </a:r>
            <a:r>
              <a:rPr lang="da-DK" sz="1200" b="1" dirty="0"/>
              <a:t> </a:t>
            </a:r>
            <a:r>
              <a:rPr lang="da-DK" sz="1200" dirty="0"/>
              <a:t>score in the </a:t>
            </a:r>
            <a:r>
              <a:rPr lang="da-DK" sz="1200" dirty="0" err="1"/>
              <a:t>first</a:t>
            </a:r>
            <a:r>
              <a:rPr lang="da-DK" sz="1200" dirty="0"/>
              <a:t> </a:t>
            </a:r>
            <a:r>
              <a:rPr lang="da-DK" sz="1200" dirty="0" err="1"/>
              <a:t>order</a:t>
            </a:r>
            <a:r>
              <a:rPr lang="da-DK" sz="1200" dirty="0"/>
              <a:t> </a:t>
            </a:r>
            <a:r>
              <a:rPr lang="da-DK" sz="1200" dirty="0" err="1"/>
              <a:t>network</a:t>
            </a:r>
            <a:r>
              <a:rPr lang="da-DK" sz="1200" dirty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a-DK" sz="1200" b="1" dirty="0"/>
              <a:t>EU Water Directive</a:t>
            </a:r>
            <a:r>
              <a:rPr lang="da-DK" sz="1200" dirty="0"/>
              <a:t> </a:t>
            </a:r>
            <a:r>
              <a:rPr lang="da-DK" sz="1200" b="1" dirty="0" err="1"/>
              <a:t>highest</a:t>
            </a:r>
            <a:r>
              <a:rPr lang="da-DK" sz="1200" b="1" dirty="0"/>
              <a:t> </a:t>
            </a:r>
            <a:r>
              <a:rPr lang="da-DK" sz="1200" b="1" dirty="0" err="1"/>
              <a:t>betweenness</a:t>
            </a:r>
            <a:r>
              <a:rPr lang="da-DK" sz="1200" b="1" dirty="0"/>
              <a:t> </a:t>
            </a:r>
            <a:r>
              <a:rPr lang="da-DK" sz="1200" dirty="0"/>
              <a:t>score in </a:t>
            </a:r>
            <a:r>
              <a:rPr lang="da-DK" sz="1200" dirty="0" err="1"/>
              <a:t>second</a:t>
            </a:r>
            <a:r>
              <a:rPr lang="da-DK" sz="1200" dirty="0"/>
              <a:t> </a:t>
            </a:r>
            <a:r>
              <a:rPr lang="da-DK" sz="1200" dirty="0" err="1"/>
              <a:t>order</a:t>
            </a:r>
            <a:r>
              <a:rPr lang="da-DK" sz="1200" dirty="0"/>
              <a:t> </a:t>
            </a:r>
            <a:r>
              <a:rPr lang="da-DK" sz="1200" dirty="0" err="1"/>
              <a:t>network</a:t>
            </a:r>
            <a:endParaRPr lang="da-DK" sz="12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da-DK" sz="1200" dirty="0"/>
          </a:p>
          <a:p>
            <a:endParaRPr lang="da-DK" sz="1200" dirty="0"/>
          </a:p>
          <a:p>
            <a:r>
              <a:rPr lang="da-DK" sz="1200" dirty="0"/>
              <a:t>In the </a:t>
            </a:r>
            <a:r>
              <a:rPr lang="da-DK" sz="1200" dirty="0" err="1"/>
              <a:t>second</a:t>
            </a:r>
            <a:r>
              <a:rPr lang="da-DK" sz="1200" dirty="0"/>
              <a:t> </a:t>
            </a:r>
            <a:r>
              <a:rPr lang="da-DK" sz="1200" dirty="0" err="1"/>
              <a:t>order</a:t>
            </a:r>
            <a:r>
              <a:rPr lang="da-DK" sz="1200" dirty="0"/>
              <a:t> </a:t>
            </a:r>
            <a:r>
              <a:rPr lang="da-DK" sz="1200" dirty="0" err="1"/>
              <a:t>network</a:t>
            </a:r>
            <a:r>
              <a:rPr lang="da-DK" sz="1200" dirty="0"/>
              <a:t>, </a:t>
            </a:r>
            <a:r>
              <a:rPr lang="da-DK" sz="1200" dirty="0" err="1"/>
              <a:t>documents</a:t>
            </a:r>
            <a:r>
              <a:rPr lang="da-DK" sz="1200" dirty="0"/>
              <a:t> </a:t>
            </a:r>
            <a:r>
              <a:rPr lang="da-DK" sz="1200" dirty="0" err="1"/>
              <a:t>receiving</a:t>
            </a:r>
            <a:r>
              <a:rPr lang="da-DK" sz="1200" dirty="0"/>
              <a:t> (</a:t>
            </a:r>
            <a:r>
              <a:rPr lang="da-DK" sz="1200" dirty="0" err="1"/>
              <a:t>degree</a:t>
            </a:r>
            <a:r>
              <a:rPr lang="da-DK" sz="1200" dirty="0"/>
              <a:t>-in) the most citations </a:t>
            </a:r>
            <a:r>
              <a:rPr lang="da-DK" sz="1200" dirty="0" err="1"/>
              <a:t>discuss</a:t>
            </a:r>
            <a:r>
              <a:rPr lang="da-DK" sz="1200" dirty="0"/>
              <a:t> </a:t>
            </a:r>
            <a:r>
              <a:rPr lang="da-DK" sz="1200" dirty="0" err="1"/>
              <a:t>topics</a:t>
            </a:r>
            <a:r>
              <a:rPr lang="da-DK" sz="1200" dirty="0"/>
              <a:t> on the EU </a:t>
            </a:r>
            <a:r>
              <a:rPr lang="da-DK" sz="1200" dirty="0" err="1"/>
              <a:t>comission’s</a:t>
            </a:r>
            <a:r>
              <a:rPr lang="da-DK" sz="1200" dirty="0"/>
              <a:t> powers: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da-DK" sz="1200" dirty="0"/>
              <a:t>MPA </a:t>
            </a:r>
            <a:r>
              <a:rPr lang="da-DK" sz="1200" dirty="0" err="1"/>
              <a:t>query</a:t>
            </a:r>
            <a:r>
              <a:rPr lang="da-DK" sz="1200" dirty="0"/>
              <a:t> : </a:t>
            </a:r>
            <a:r>
              <a:rPr lang="en-US" sz="1200" dirty="0"/>
              <a:t>The Committees’ role in European Commission’s implementing powers </a:t>
            </a:r>
            <a:endParaRPr lang="da-DK" sz="1200" dirty="0"/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dirty="0"/>
              <a:t>Designation query: The decision laying down the procedures for the exercise of implementing powers conferred on the Commission</a:t>
            </a:r>
            <a:endParaRPr lang="da-DK" sz="12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da-DK" sz="1200" dirty="0"/>
          </a:p>
        </p:txBody>
      </p:sp>
    </p:spTree>
    <p:extLst>
      <p:ext uri="{BB962C8B-B14F-4D97-AF65-F5344CB8AC3E}">
        <p14:creationId xmlns:p14="http://schemas.microsoft.com/office/powerpoint/2010/main" val="35020887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720DC4-EB63-B1F3-044C-D22E7C2370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1037" y="287153"/>
            <a:ext cx="10515600" cy="1325563"/>
          </a:xfrm>
        </p:spPr>
        <p:txBody>
          <a:bodyPr>
            <a:normAutofit/>
          </a:bodyPr>
          <a:lstStyle/>
          <a:p>
            <a:r>
              <a:rPr lang="da-DK" dirty="0"/>
              <a:t>MPA Query </a:t>
            </a:r>
            <a:br>
              <a:rPr lang="da-DK" dirty="0"/>
            </a:br>
            <a:r>
              <a:rPr lang="da-DK" dirty="0" err="1"/>
              <a:t>EuroVoc</a:t>
            </a:r>
            <a:r>
              <a:rPr lang="da-DK" dirty="0"/>
              <a:t> </a:t>
            </a:r>
            <a:r>
              <a:rPr lang="da-DK" dirty="0" err="1"/>
              <a:t>themes</a:t>
            </a:r>
            <a:r>
              <a:rPr lang="da-DK" dirty="0"/>
              <a:t>:</a:t>
            </a:r>
          </a:p>
        </p:txBody>
      </p:sp>
      <p:pic>
        <p:nvPicPr>
          <p:cNvPr id="5" name="Content Placeholder 4" descr="A picture containing diagram&#10;&#10;Description automatically generated">
            <a:extLst>
              <a:ext uri="{FF2B5EF4-FFF2-40B4-BE49-F238E27FC236}">
                <a16:creationId xmlns:a16="http://schemas.microsoft.com/office/drawing/2014/main" id="{31ED4C6D-03EB-57EF-E3CC-6B0A1727406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1707" y="1924862"/>
            <a:ext cx="4351338" cy="4351338"/>
          </a:xfrm>
        </p:spPr>
      </p:pic>
      <p:pic>
        <p:nvPicPr>
          <p:cNvPr id="7" name="Picture 6" descr="Scatter chart&#10;&#10;Description automatically generated">
            <a:extLst>
              <a:ext uri="{FF2B5EF4-FFF2-40B4-BE49-F238E27FC236}">
                <a16:creationId xmlns:a16="http://schemas.microsoft.com/office/drawing/2014/main" id="{015BBA8D-2372-012F-6681-FEB1CB4806E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98837" y="816428"/>
            <a:ext cx="6096000" cy="2612572"/>
          </a:xfrm>
          <a:prstGeom prst="rect">
            <a:avLst/>
          </a:prstGeom>
        </p:spPr>
      </p:pic>
      <p:pic>
        <p:nvPicPr>
          <p:cNvPr id="9" name="Picture 8" descr="Letter&#10;&#10;Description automatically generated">
            <a:extLst>
              <a:ext uri="{FF2B5EF4-FFF2-40B4-BE49-F238E27FC236}">
                <a16:creationId xmlns:a16="http://schemas.microsoft.com/office/drawing/2014/main" id="{E7B3FE07-265D-B5EA-CEBD-756CD44157C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87924" y="3724359"/>
            <a:ext cx="6641805" cy="284648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138C694-EC7C-8BD5-B112-B590C788A936}"/>
              </a:ext>
            </a:extLst>
          </p:cNvPr>
          <p:cNvSpPr txBox="1"/>
          <p:nvPr/>
        </p:nvSpPr>
        <p:spPr>
          <a:xfrm>
            <a:off x="265795" y="6149242"/>
            <a:ext cx="466725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1050" dirty="0" err="1"/>
              <a:t>Descriptor</a:t>
            </a:r>
            <a:r>
              <a:rPr lang="da-DK" sz="1050" dirty="0"/>
              <a:t> with the </a:t>
            </a:r>
            <a:r>
              <a:rPr lang="da-DK" sz="1050" dirty="0" err="1"/>
              <a:t>highest</a:t>
            </a:r>
            <a:r>
              <a:rPr lang="da-DK" sz="1050" dirty="0"/>
              <a:t> </a:t>
            </a:r>
            <a:r>
              <a:rPr lang="da-DK" sz="1050" dirty="0" err="1"/>
              <a:t>betweenness</a:t>
            </a:r>
            <a:r>
              <a:rPr lang="da-DK" sz="1050" dirty="0"/>
              <a:t> and </a:t>
            </a:r>
            <a:r>
              <a:rPr lang="da-DK" sz="1050" dirty="0" err="1"/>
              <a:t>degree</a:t>
            </a:r>
            <a:r>
              <a:rPr lang="da-DK" sz="1050" dirty="0"/>
              <a:t>: </a:t>
            </a:r>
            <a:r>
              <a:rPr lang="da-DK" sz="1050" dirty="0" err="1"/>
              <a:t>environmental</a:t>
            </a:r>
            <a:r>
              <a:rPr lang="da-DK" sz="1050" dirty="0"/>
              <a:t> </a:t>
            </a:r>
            <a:r>
              <a:rPr lang="da-DK" sz="1050" dirty="0" err="1"/>
              <a:t>protection</a:t>
            </a:r>
            <a:endParaRPr lang="da-DK" sz="1050" dirty="0"/>
          </a:p>
        </p:txBody>
      </p:sp>
    </p:spTree>
    <p:extLst>
      <p:ext uri="{BB962C8B-B14F-4D97-AF65-F5344CB8AC3E}">
        <p14:creationId xmlns:p14="http://schemas.microsoft.com/office/powerpoint/2010/main" val="13083010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1F8EC2-53B1-3A23-15F7-60B9C237E2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545" y="393478"/>
            <a:ext cx="10515600" cy="1325563"/>
          </a:xfrm>
        </p:spPr>
        <p:txBody>
          <a:bodyPr/>
          <a:lstStyle/>
          <a:p>
            <a:r>
              <a:rPr lang="da-DK" dirty="0"/>
              <a:t>Designation Query</a:t>
            </a:r>
            <a:br>
              <a:rPr lang="da-DK" dirty="0"/>
            </a:br>
            <a:r>
              <a:rPr lang="da-DK" dirty="0" err="1"/>
              <a:t>EuroVoc</a:t>
            </a:r>
            <a:r>
              <a:rPr lang="da-DK" dirty="0"/>
              <a:t> </a:t>
            </a:r>
            <a:r>
              <a:rPr lang="da-DK" dirty="0" err="1"/>
              <a:t>themes</a:t>
            </a:r>
            <a:r>
              <a:rPr lang="da-DK" dirty="0"/>
              <a:t>:</a:t>
            </a:r>
          </a:p>
        </p:txBody>
      </p:sp>
      <p:pic>
        <p:nvPicPr>
          <p:cNvPr id="5" name="Content Placeholder 4" descr="A picture containing chart&#10;&#10;Description automatically generated">
            <a:extLst>
              <a:ext uri="{FF2B5EF4-FFF2-40B4-BE49-F238E27FC236}">
                <a16:creationId xmlns:a16="http://schemas.microsoft.com/office/drawing/2014/main" id="{1B6EFC62-625E-8FDB-E987-B14C77B01C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541" y="2038276"/>
            <a:ext cx="4394851" cy="4351338"/>
          </a:xfrm>
        </p:spPr>
      </p:pic>
      <p:pic>
        <p:nvPicPr>
          <p:cNvPr id="7" name="Picture 6" descr="Chart, scatter chart&#10;&#10;Description automatically generated">
            <a:extLst>
              <a:ext uri="{FF2B5EF4-FFF2-40B4-BE49-F238E27FC236}">
                <a16:creationId xmlns:a16="http://schemas.microsoft.com/office/drawing/2014/main" id="{EA10ACC0-96BA-2F0A-CFA5-54702765E1E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48670" y="659030"/>
            <a:ext cx="6209414" cy="3356440"/>
          </a:xfrm>
          <a:prstGeom prst="rect">
            <a:avLst/>
          </a:prstGeom>
        </p:spPr>
      </p:pic>
      <p:pic>
        <p:nvPicPr>
          <p:cNvPr id="9" name="Picture 8" descr="Text, letter&#10;&#10;Description automatically generated">
            <a:extLst>
              <a:ext uri="{FF2B5EF4-FFF2-40B4-BE49-F238E27FC236}">
                <a16:creationId xmlns:a16="http://schemas.microsoft.com/office/drawing/2014/main" id="{50F9CB83-9A99-E5EC-CD6B-EE514493E92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7175" y="3818860"/>
            <a:ext cx="5628167" cy="281408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A94872F-FBEA-52FF-100F-50F859C5EF36}"/>
              </a:ext>
            </a:extLst>
          </p:cNvPr>
          <p:cNvSpPr txBox="1"/>
          <p:nvPr/>
        </p:nvSpPr>
        <p:spPr>
          <a:xfrm>
            <a:off x="847534" y="6293351"/>
            <a:ext cx="466725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1050" dirty="0" err="1"/>
              <a:t>Descriptor</a:t>
            </a:r>
            <a:r>
              <a:rPr lang="da-DK" sz="1050" dirty="0"/>
              <a:t> with the </a:t>
            </a:r>
            <a:r>
              <a:rPr lang="da-DK" sz="1050" dirty="0" err="1"/>
              <a:t>highest</a:t>
            </a:r>
            <a:r>
              <a:rPr lang="da-DK" sz="1050" dirty="0"/>
              <a:t> </a:t>
            </a:r>
            <a:r>
              <a:rPr lang="da-DK" sz="1050" dirty="0" err="1"/>
              <a:t>betweenness</a:t>
            </a:r>
            <a:r>
              <a:rPr lang="da-DK" sz="1050" dirty="0"/>
              <a:t> : </a:t>
            </a:r>
            <a:r>
              <a:rPr lang="da-DK" sz="1050" dirty="0" err="1"/>
              <a:t>environmental</a:t>
            </a:r>
            <a:r>
              <a:rPr lang="da-DK" sz="1050" dirty="0"/>
              <a:t> </a:t>
            </a:r>
            <a:r>
              <a:rPr lang="da-DK" sz="1050" dirty="0" err="1"/>
              <a:t>protection</a:t>
            </a:r>
            <a:endParaRPr lang="da-DK" sz="1050" dirty="0"/>
          </a:p>
          <a:p>
            <a:r>
              <a:rPr lang="da-DK" sz="1050" dirty="0" err="1"/>
              <a:t>Highest</a:t>
            </a:r>
            <a:r>
              <a:rPr lang="da-DK" sz="1050" dirty="0"/>
              <a:t> </a:t>
            </a:r>
            <a:r>
              <a:rPr lang="da-DK" sz="1050" dirty="0" err="1"/>
              <a:t>degree</a:t>
            </a:r>
            <a:r>
              <a:rPr lang="da-DK" sz="1050" dirty="0"/>
              <a:t>: </a:t>
            </a:r>
            <a:r>
              <a:rPr lang="da-DK" sz="1050" dirty="0" err="1"/>
              <a:t>environmental</a:t>
            </a:r>
            <a:r>
              <a:rPr lang="da-DK" sz="1050" dirty="0"/>
              <a:t> </a:t>
            </a:r>
            <a:r>
              <a:rPr lang="da-DK" sz="1050" dirty="0" err="1"/>
              <a:t>protection</a:t>
            </a:r>
            <a:r>
              <a:rPr lang="da-DK" sz="1050" dirty="0"/>
              <a:t> &amp; </a:t>
            </a:r>
            <a:r>
              <a:rPr lang="da-DK" sz="1050" dirty="0" err="1"/>
              <a:t>exchange</a:t>
            </a:r>
            <a:r>
              <a:rPr lang="da-DK" sz="1050" dirty="0"/>
              <a:t> of information</a:t>
            </a:r>
          </a:p>
        </p:txBody>
      </p:sp>
    </p:spTree>
    <p:extLst>
      <p:ext uri="{BB962C8B-B14F-4D97-AF65-F5344CB8AC3E}">
        <p14:creationId xmlns:p14="http://schemas.microsoft.com/office/powerpoint/2010/main" val="39239579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C08E80-130E-0336-1888-F4A0F4EFE3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4285" y="458842"/>
            <a:ext cx="8007715" cy="1402494"/>
          </a:xfrm>
        </p:spPr>
        <p:txBody>
          <a:bodyPr>
            <a:noAutofit/>
          </a:bodyPr>
          <a:lstStyle/>
          <a:p>
            <a:r>
              <a:rPr lang="da-DK" sz="3600" dirty="0"/>
              <a:t>Is </a:t>
            </a:r>
            <a:r>
              <a:rPr lang="da-DK" sz="3600" dirty="0" err="1"/>
              <a:t>there</a:t>
            </a:r>
            <a:r>
              <a:rPr lang="da-DK" sz="3600" dirty="0"/>
              <a:t> an overall </a:t>
            </a:r>
            <a:r>
              <a:rPr lang="da-DK" sz="3600" dirty="0" err="1"/>
              <a:t>effect</a:t>
            </a:r>
            <a:r>
              <a:rPr lang="da-DK" sz="3600" dirty="0"/>
              <a:t> of cluster </a:t>
            </a:r>
            <a:r>
              <a:rPr lang="da-DK" sz="3600" dirty="0" err="1"/>
              <a:t>prevalence</a:t>
            </a:r>
            <a:r>
              <a:rPr lang="da-DK" sz="3600" dirty="0"/>
              <a:t> on </a:t>
            </a:r>
            <a:r>
              <a:rPr lang="da-DK" sz="3600" dirty="0" err="1"/>
              <a:t>legislations</a:t>
            </a:r>
            <a:r>
              <a:rPr lang="da-DK" sz="3600" dirty="0"/>
              <a:t> </a:t>
            </a:r>
            <a:r>
              <a:rPr lang="da-DK" sz="3600" dirty="0" err="1"/>
              <a:t>betweenness</a:t>
            </a:r>
            <a:r>
              <a:rPr lang="da-DK" sz="3600" dirty="0"/>
              <a:t> scores or </a:t>
            </a:r>
            <a:r>
              <a:rPr lang="da-DK" sz="3600" dirty="0" err="1"/>
              <a:t>degree</a:t>
            </a:r>
            <a:r>
              <a:rPr lang="da-DK" sz="3600" dirty="0"/>
              <a:t> ratio?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479156-0981-9DEB-25A0-DE4C5BF3D5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4275" y="2249743"/>
            <a:ext cx="6781800" cy="2010370"/>
          </a:xfrm>
        </p:spPr>
        <p:txBody>
          <a:bodyPr>
            <a:normAutofit/>
          </a:bodyPr>
          <a:lstStyle/>
          <a:p>
            <a:r>
              <a:rPr lang="da-DK" sz="2000" b="1" dirty="0">
                <a:latin typeface="+mj-lt"/>
              </a:rPr>
              <a:t>For </a:t>
            </a:r>
            <a:r>
              <a:rPr lang="da-DK" sz="2000" b="1" dirty="0" err="1">
                <a:latin typeface="+mj-lt"/>
              </a:rPr>
              <a:t>both</a:t>
            </a:r>
            <a:r>
              <a:rPr lang="da-DK" sz="2000" b="1" dirty="0">
                <a:latin typeface="+mj-lt"/>
              </a:rPr>
              <a:t> </a:t>
            </a:r>
            <a:r>
              <a:rPr lang="da-DK" sz="2000" b="1" dirty="0" err="1">
                <a:latin typeface="+mj-lt"/>
              </a:rPr>
              <a:t>queries</a:t>
            </a:r>
            <a:r>
              <a:rPr lang="da-DK" sz="2000" b="1" dirty="0">
                <a:latin typeface="+mj-lt"/>
              </a:rPr>
              <a:t> </a:t>
            </a:r>
            <a:r>
              <a:rPr lang="da-DK" sz="2000" b="1" dirty="0" err="1">
                <a:latin typeface="+mj-lt"/>
              </a:rPr>
              <a:t>we</a:t>
            </a:r>
            <a:r>
              <a:rPr lang="da-DK" sz="2000" b="1" dirty="0">
                <a:latin typeface="+mj-lt"/>
              </a:rPr>
              <a:t> find an overall </a:t>
            </a:r>
            <a:r>
              <a:rPr lang="da-DK" sz="2000" b="1" dirty="0" err="1">
                <a:latin typeface="+mj-lt"/>
              </a:rPr>
              <a:t>effect</a:t>
            </a:r>
            <a:r>
              <a:rPr lang="da-DK" sz="2000" b="1" dirty="0">
                <a:latin typeface="+mj-lt"/>
              </a:rPr>
              <a:t> of cluster </a:t>
            </a:r>
            <a:r>
              <a:rPr lang="da-DK" sz="2000" b="1" dirty="0" err="1">
                <a:latin typeface="+mj-lt"/>
              </a:rPr>
              <a:t>prevelance</a:t>
            </a:r>
            <a:r>
              <a:rPr lang="da-DK" sz="2000" b="1" dirty="0">
                <a:latin typeface="+mj-lt"/>
              </a:rPr>
              <a:t> on the </a:t>
            </a:r>
            <a:r>
              <a:rPr lang="da-DK" sz="2000" b="1" dirty="0" err="1">
                <a:latin typeface="+mj-lt"/>
              </a:rPr>
              <a:t>degree</a:t>
            </a:r>
            <a:r>
              <a:rPr lang="da-DK" sz="2000" b="1" dirty="0">
                <a:latin typeface="+mj-lt"/>
              </a:rPr>
              <a:t> ratio (in/out)</a:t>
            </a:r>
          </a:p>
          <a:p>
            <a:pPr lvl="1"/>
            <a:r>
              <a:rPr lang="da-DK" sz="2000" dirty="0">
                <a:latin typeface="+mj-lt"/>
              </a:rPr>
              <a:t>MPA </a:t>
            </a:r>
            <a:r>
              <a:rPr lang="da-DK" sz="2000" dirty="0" err="1">
                <a:latin typeface="+mj-lt"/>
              </a:rPr>
              <a:t>query</a:t>
            </a:r>
            <a:r>
              <a:rPr lang="da-DK" sz="2000" dirty="0">
                <a:latin typeface="+mj-lt"/>
              </a:rPr>
              <a:t>: </a:t>
            </a:r>
            <a:r>
              <a:rPr lang="da-DK" sz="2000" dirty="0" err="1">
                <a:latin typeface="+mj-lt"/>
              </a:rPr>
              <a:t>fisheries</a:t>
            </a:r>
            <a:r>
              <a:rPr lang="da-DK" sz="2000" dirty="0">
                <a:latin typeface="+mj-lt"/>
              </a:rPr>
              <a:t> </a:t>
            </a:r>
            <a:r>
              <a:rPr lang="da-DK" sz="2000" dirty="0" err="1">
                <a:latin typeface="+mj-lt"/>
              </a:rPr>
              <a:t>sustainability</a:t>
            </a:r>
            <a:r>
              <a:rPr lang="da-DK" sz="2000" dirty="0">
                <a:latin typeface="+mj-lt"/>
              </a:rPr>
              <a:t> </a:t>
            </a:r>
            <a:r>
              <a:rPr lang="da-DK" sz="2000" dirty="0" err="1">
                <a:latin typeface="+mj-lt"/>
              </a:rPr>
              <a:t>theme</a:t>
            </a:r>
            <a:r>
              <a:rPr lang="da-DK" sz="2000" dirty="0">
                <a:latin typeface="+mj-lt"/>
              </a:rPr>
              <a:t> </a:t>
            </a:r>
            <a:r>
              <a:rPr lang="da-DK" sz="2000" dirty="0" err="1">
                <a:latin typeface="+mj-lt"/>
              </a:rPr>
              <a:t>recieves</a:t>
            </a:r>
            <a:r>
              <a:rPr lang="da-DK" sz="2000" dirty="0">
                <a:latin typeface="+mj-lt"/>
              </a:rPr>
              <a:t> more citations </a:t>
            </a:r>
            <a:r>
              <a:rPr lang="da-DK" sz="2000" dirty="0" err="1">
                <a:latin typeface="+mj-lt"/>
              </a:rPr>
              <a:t>than</a:t>
            </a:r>
            <a:r>
              <a:rPr lang="da-DK" sz="2000" dirty="0">
                <a:latin typeface="+mj-lt"/>
              </a:rPr>
              <a:t> it gives out </a:t>
            </a:r>
            <a:r>
              <a:rPr lang="da-DK" sz="2000" dirty="0" err="1">
                <a:latin typeface="+mj-lt"/>
              </a:rPr>
              <a:t>compared</a:t>
            </a:r>
            <a:r>
              <a:rPr lang="da-DK" sz="2000" dirty="0">
                <a:latin typeface="+mj-lt"/>
              </a:rPr>
              <a:t> to the </a:t>
            </a:r>
            <a:r>
              <a:rPr lang="da-DK" sz="2000" dirty="0" err="1">
                <a:latin typeface="+mj-lt"/>
              </a:rPr>
              <a:t>other</a:t>
            </a:r>
            <a:r>
              <a:rPr lang="da-DK" sz="2000" dirty="0">
                <a:latin typeface="+mj-lt"/>
              </a:rPr>
              <a:t> </a:t>
            </a:r>
            <a:r>
              <a:rPr lang="da-DK" sz="2000" dirty="0" err="1">
                <a:latin typeface="+mj-lt"/>
              </a:rPr>
              <a:t>themes</a:t>
            </a:r>
            <a:endParaRPr lang="da-DK" sz="2000" dirty="0">
              <a:latin typeface="+mj-lt"/>
            </a:endParaRPr>
          </a:p>
          <a:p>
            <a:pPr lvl="1"/>
            <a:r>
              <a:rPr lang="da-DK" sz="2000" dirty="0">
                <a:latin typeface="+mj-lt"/>
              </a:rPr>
              <a:t>For the designation </a:t>
            </a:r>
            <a:r>
              <a:rPr lang="da-DK" sz="2000" dirty="0" err="1">
                <a:latin typeface="+mj-lt"/>
              </a:rPr>
              <a:t>query</a:t>
            </a:r>
            <a:r>
              <a:rPr lang="da-DK" sz="2000" dirty="0">
                <a:latin typeface="+mj-lt"/>
              </a:rPr>
              <a:t>, </a:t>
            </a:r>
            <a:r>
              <a:rPr lang="da-DK" sz="2000" dirty="0" err="1">
                <a:latin typeface="+mj-lt"/>
              </a:rPr>
              <a:t>this</a:t>
            </a:r>
            <a:r>
              <a:rPr lang="da-DK" sz="2000" dirty="0">
                <a:latin typeface="+mj-lt"/>
              </a:rPr>
              <a:t> is for the </a:t>
            </a:r>
            <a:r>
              <a:rPr lang="da-DK" sz="2000" dirty="0" err="1">
                <a:latin typeface="+mj-lt"/>
              </a:rPr>
              <a:t>theme</a:t>
            </a:r>
            <a:r>
              <a:rPr lang="da-DK" sz="2000" dirty="0">
                <a:latin typeface="+mj-lt"/>
              </a:rPr>
              <a:t> on the power of </a:t>
            </a:r>
            <a:r>
              <a:rPr lang="da-DK" sz="2000" dirty="0" err="1">
                <a:latin typeface="+mj-lt"/>
              </a:rPr>
              <a:t>instiutions</a:t>
            </a:r>
            <a:endParaRPr lang="da-DK" sz="2000" dirty="0">
              <a:latin typeface="+mj-lt"/>
            </a:endParaRPr>
          </a:p>
          <a:p>
            <a:pPr marL="0" indent="0">
              <a:buNone/>
            </a:pPr>
            <a:endParaRPr lang="da-DK" sz="2400" dirty="0">
              <a:latin typeface="+mj-lt"/>
            </a:endParaRPr>
          </a:p>
        </p:txBody>
      </p:sp>
      <p:pic>
        <p:nvPicPr>
          <p:cNvPr id="5" name="Picture 4" descr="Chart&#10;&#10;Description automatically generated">
            <a:extLst>
              <a:ext uri="{FF2B5EF4-FFF2-40B4-BE49-F238E27FC236}">
                <a16:creationId xmlns:a16="http://schemas.microsoft.com/office/drawing/2014/main" id="{789A70A8-CF65-7641-BAF1-02F4457332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83378" y="438220"/>
            <a:ext cx="1966828" cy="2879683"/>
          </a:xfrm>
          <a:prstGeom prst="rect">
            <a:avLst/>
          </a:prstGeom>
        </p:spPr>
      </p:pic>
      <p:pic>
        <p:nvPicPr>
          <p:cNvPr id="7" name="Picture 6" descr="Graphical user interface, text&#10;&#10;Description automatically generated">
            <a:extLst>
              <a:ext uri="{FF2B5EF4-FFF2-40B4-BE49-F238E27FC236}">
                <a16:creationId xmlns:a16="http://schemas.microsoft.com/office/drawing/2014/main" id="{60CF8E07-C226-62A7-C4AF-832C8D96518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2211" y="721754"/>
            <a:ext cx="1801167" cy="2207742"/>
          </a:xfrm>
          <a:prstGeom prst="rect">
            <a:avLst/>
          </a:prstGeom>
        </p:spPr>
      </p:pic>
      <p:sp>
        <p:nvSpPr>
          <p:cNvPr id="8" name="Oval 7">
            <a:extLst>
              <a:ext uri="{FF2B5EF4-FFF2-40B4-BE49-F238E27FC236}">
                <a16:creationId xmlns:a16="http://schemas.microsoft.com/office/drawing/2014/main" id="{B581CD01-531A-B3B3-8E2D-A35A22E39014}"/>
              </a:ext>
            </a:extLst>
          </p:cNvPr>
          <p:cNvSpPr/>
          <p:nvPr/>
        </p:nvSpPr>
        <p:spPr>
          <a:xfrm>
            <a:off x="8664177" y="2387521"/>
            <a:ext cx="2594345" cy="347330"/>
          </a:xfrm>
          <a:prstGeom prst="ellipse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pic>
        <p:nvPicPr>
          <p:cNvPr id="10" name="Picture 9" descr="Chart, line chart&#10;&#10;Description automatically generated">
            <a:extLst>
              <a:ext uri="{FF2B5EF4-FFF2-40B4-BE49-F238E27FC236}">
                <a16:creationId xmlns:a16="http://schemas.microsoft.com/office/drawing/2014/main" id="{00A51F40-DF35-743A-9E14-D20C332AC82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1349" y="3540098"/>
            <a:ext cx="1826614" cy="3182596"/>
          </a:xfrm>
          <a:prstGeom prst="rect">
            <a:avLst/>
          </a:prstGeom>
        </p:spPr>
      </p:pic>
      <p:pic>
        <p:nvPicPr>
          <p:cNvPr id="12" name="Picture 11" descr="Graphical user interface, text, application, email&#10;&#10;Description automatically generated">
            <a:extLst>
              <a:ext uri="{FF2B5EF4-FFF2-40B4-BE49-F238E27FC236}">
                <a16:creationId xmlns:a16="http://schemas.microsoft.com/office/drawing/2014/main" id="{C3A35950-125A-A0DA-E691-E7FD25F58AD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48795" y="3852956"/>
            <a:ext cx="2630763" cy="2546202"/>
          </a:xfrm>
          <a:prstGeom prst="rect">
            <a:avLst/>
          </a:prstGeom>
        </p:spPr>
      </p:pic>
      <p:sp>
        <p:nvSpPr>
          <p:cNvPr id="13" name="Oval 12">
            <a:extLst>
              <a:ext uri="{FF2B5EF4-FFF2-40B4-BE49-F238E27FC236}">
                <a16:creationId xmlns:a16="http://schemas.microsoft.com/office/drawing/2014/main" id="{A0F7EE3B-8BBE-F5D9-6FB6-FB3D231029B1}"/>
              </a:ext>
            </a:extLst>
          </p:cNvPr>
          <p:cNvSpPr/>
          <p:nvPr/>
        </p:nvSpPr>
        <p:spPr>
          <a:xfrm>
            <a:off x="9037674" y="5621079"/>
            <a:ext cx="2750289" cy="340242"/>
          </a:xfrm>
          <a:prstGeom prst="ellipse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60EDA107-6F44-DE20-6634-416ED95EF404}"/>
              </a:ext>
            </a:extLst>
          </p:cNvPr>
          <p:cNvSpPr/>
          <p:nvPr/>
        </p:nvSpPr>
        <p:spPr>
          <a:xfrm>
            <a:off x="9869518" y="555352"/>
            <a:ext cx="997273" cy="172438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2B2D364A-7390-1850-CA56-5D05A68F9692}"/>
              </a:ext>
            </a:extLst>
          </p:cNvPr>
          <p:cNvSpPr/>
          <p:nvPr/>
        </p:nvSpPr>
        <p:spPr>
          <a:xfrm>
            <a:off x="9985065" y="3571727"/>
            <a:ext cx="1129502" cy="301749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D8036AD-9E31-7934-050F-74A42566FB81}"/>
              </a:ext>
            </a:extLst>
          </p:cNvPr>
          <p:cNvSpPr txBox="1"/>
          <p:nvPr/>
        </p:nvSpPr>
        <p:spPr>
          <a:xfrm>
            <a:off x="9955001" y="458842"/>
            <a:ext cx="14034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1200" dirty="0"/>
              <a:t>MPA </a:t>
            </a:r>
            <a:r>
              <a:rPr lang="da-DK" sz="1200" dirty="0" err="1"/>
              <a:t>query</a:t>
            </a:r>
            <a:endParaRPr lang="da-DK" sz="12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2BAFDD7-4243-6D79-ACCE-F535B00DDB89}"/>
              </a:ext>
            </a:extLst>
          </p:cNvPr>
          <p:cNvSpPr txBox="1"/>
          <p:nvPr/>
        </p:nvSpPr>
        <p:spPr>
          <a:xfrm>
            <a:off x="10047768" y="3481497"/>
            <a:ext cx="14034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1200" dirty="0"/>
              <a:t>Designation </a:t>
            </a:r>
            <a:r>
              <a:rPr lang="da-DK" sz="1200" dirty="0" err="1"/>
              <a:t>query</a:t>
            </a:r>
            <a:endParaRPr lang="da-DK" sz="1200" dirty="0"/>
          </a:p>
        </p:txBody>
      </p:sp>
      <p:pic>
        <p:nvPicPr>
          <p:cNvPr id="19" name="Picture 18" descr="Graphical user interface&#10;&#10;Description automatically generated with low confidence">
            <a:extLst>
              <a:ext uri="{FF2B5EF4-FFF2-40B4-BE49-F238E27FC236}">
                <a16:creationId xmlns:a16="http://schemas.microsoft.com/office/drawing/2014/main" id="{4AC328DC-2B0B-D66B-5B72-07AED73194B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48795" y="3793400"/>
            <a:ext cx="4519560" cy="2960923"/>
          </a:xfrm>
          <a:prstGeom prst="rect">
            <a:avLst/>
          </a:prstGeom>
        </p:spPr>
      </p:pic>
      <p:sp>
        <p:nvSpPr>
          <p:cNvPr id="20" name="Oval 19">
            <a:extLst>
              <a:ext uri="{FF2B5EF4-FFF2-40B4-BE49-F238E27FC236}">
                <a16:creationId xmlns:a16="http://schemas.microsoft.com/office/drawing/2014/main" id="{EC14687B-7EB1-80BC-C896-38BB22F0E6BF}"/>
              </a:ext>
            </a:extLst>
          </p:cNvPr>
          <p:cNvSpPr/>
          <p:nvPr/>
        </p:nvSpPr>
        <p:spPr>
          <a:xfrm>
            <a:off x="9598336" y="5470204"/>
            <a:ext cx="2251869" cy="301749"/>
          </a:xfrm>
          <a:prstGeom prst="ellipse">
            <a:avLst/>
          </a:prstGeom>
          <a:noFill/>
          <a:ln w="9525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AD062ED-7A1B-E30D-98C9-E29E6D946E06}"/>
              </a:ext>
            </a:extLst>
          </p:cNvPr>
          <p:cNvSpPr txBox="1"/>
          <p:nvPr/>
        </p:nvSpPr>
        <p:spPr>
          <a:xfrm>
            <a:off x="531628" y="4742121"/>
            <a:ext cx="653547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a-DK" sz="1800" b="1" dirty="0">
                <a:latin typeface="+mj-lt"/>
              </a:rPr>
              <a:t>For the designation </a:t>
            </a:r>
            <a:r>
              <a:rPr lang="da-DK" sz="1800" b="1" dirty="0" err="1">
                <a:latin typeface="+mj-lt"/>
              </a:rPr>
              <a:t>query</a:t>
            </a:r>
            <a:r>
              <a:rPr lang="da-DK" sz="1800" b="1" dirty="0">
                <a:latin typeface="+mj-lt"/>
              </a:rPr>
              <a:t> cluster </a:t>
            </a:r>
            <a:r>
              <a:rPr lang="da-DK" sz="1800" b="1" dirty="0" err="1">
                <a:latin typeface="+mj-lt"/>
              </a:rPr>
              <a:t>prevelence</a:t>
            </a:r>
            <a:r>
              <a:rPr lang="da-DK" sz="1800" b="1" dirty="0">
                <a:latin typeface="+mj-lt"/>
              </a:rPr>
              <a:t> </a:t>
            </a:r>
            <a:r>
              <a:rPr lang="da-DK" sz="1800" b="1" dirty="0" err="1">
                <a:latin typeface="+mj-lt"/>
              </a:rPr>
              <a:t>also</a:t>
            </a:r>
            <a:r>
              <a:rPr lang="da-DK" sz="1800" b="1" dirty="0">
                <a:latin typeface="+mj-lt"/>
              </a:rPr>
              <a:t> as an </a:t>
            </a:r>
            <a:r>
              <a:rPr lang="da-DK" sz="1800" b="1" dirty="0" err="1">
                <a:latin typeface="+mj-lt"/>
              </a:rPr>
              <a:t>effect</a:t>
            </a:r>
            <a:r>
              <a:rPr lang="da-DK" sz="1800" b="1" dirty="0">
                <a:latin typeface="+mj-lt"/>
              </a:rPr>
              <a:t> on the </a:t>
            </a:r>
            <a:r>
              <a:rPr lang="da-DK" sz="1800" b="1" dirty="0" err="1">
                <a:latin typeface="+mj-lt"/>
              </a:rPr>
              <a:t>betweenness</a:t>
            </a:r>
            <a:r>
              <a:rPr lang="da-DK" sz="1800" b="1" dirty="0">
                <a:latin typeface="+mj-lt"/>
              </a:rPr>
              <a:t> scores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a-DK" dirty="0">
                <a:latin typeface="+mj-lt"/>
              </a:rPr>
              <a:t>EU budget </a:t>
            </a:r>
            <a:r>
              <a:rPr lang="da-DK" dirty="0" err="1">
                <a:latin typeface="+mj-lt"/>
              </a:rPr>
              <a:t>theme</a:t>
            </a:r>
            <a:r>
              <a:rPr lang="da-DK" dirty="0">
                <a:latin typeface="+mj-lt"/>
              </a:rPr>
              <a:t> has the </a:t>
            </a:r>
            <a:r>
              <a:rPr lang="da-DK" dirty="0" err="1">
                <a:latin typeface="+mj-lt"/>
              </a:rPr>
              <a:t>highest</a:t>
            </a:r>
            <a:r>
              <a:rPr lang="da-DK" dirty="0">
                <a:latin typeface="+mj-lt"/>
              </a:rPr>
              <a:t> </a:t>
            </a:r>
            <a:r>
              <a:rPr lang="da-DK" dirty="0" err="1">
                <a:latin typeface="+mj-lt"/>
              </a:rPr>
              <a:t>betwenness</a:t>
            </a:r>
            <a:r>
              <a:rPr lang="da-DK" dirty="0">
                <a:latin typeface="+mj-lt"/>
              </a:rPr>
              <a:t> score </a:t>
            </a:r>
            <a:r>
              <a:rPr lang="da-DK" dirty="0" err="1">
                <a:latin typeface="+mj-lt"/>
              </a:rPr>
              <a:t>compared</a:t>
            </a:r>
            <a:r>
              <a:rPr lang="da-DK" dirty="0">
                <a:latin typeface="+mj-lt"/>
              </a:rPr>
              <a:t> to the </a:t>
            </a:r>
            <a:r>
              <a:rPr lang="da-DK" dirty="0" err="1">
                <a:latin typeface="+mj-lt"/>
              </a:rPr>
              <a:t>other</a:t>
            </a:r>
            <a:r>
              <a:rPr lang="da-DK" dirty="0">
                <a:latin typeface="+mj-lt"/>
              </a:rPr>
              <a:t> </a:t>
            </a:r>
            <a:r>
              <a:rPr lang="da-DK" dirty="0" err="1">
                <a:latin typeface="+mj-lt"/>
              </a:rPr>
              <a:t>themes</a:t>
            </a:r>
            <a:r>
              <a:rPr lang="da-DK" dirty="0">
                <a:latin typeface="+mj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6805746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20" grpId="0" animBg="1"/>
      <p:bldP spid="2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530E16-66D0-70C6-A1AB-4DB29A6DFF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b="1" dirty="0" err="1"/>
              <a:t>Discussion</a:t>
            </a:r>
            <a:endParaRPr lang="da-D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0DA96A-B7F2-45D3-FF12-BCF2030688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81137"/>
            <a:ext cx="10685056" cy="5100637"/>
          </a:xfrm>
        </p:spPr>
        <p:txBody>
          <a:bodyPr>
            <a:normAutofit/>
          </a:bodyPr>
          <a:lstStyle/>
          <a:p>
            <a:r>
              <a:rPr lang="da-DK" dirty="0" err="1"/>
              <a:t>Legislation</a:t>
            </a:r>
            <a:r>
              <a:rPr lang="da-DK" dirty="0"/>
              <a:t> </a:t>
            </a:r>
            <a:r>
              <a:rPr lang="da-DK" dirty="0" err="1"/>
              <a:t>that</a:t>
            </a:r>
            <a:r>
              <a:rPr lang="da-DK" dirty="0"/>
              <a:t> </a:t>
            </a:r>
            <a:r>
              <a:rPr lang="da-DK" dirty="0" err="1"/>
              <a:t>controls</a:t>
            </a:r>
            <a:r>
              <a:rPr lang="da-DK" dirty="0"/>
              <a:t> information flow </a:t>
            </a:r>
            <a:r>
              <a:rPr lang="da-DK" dirty="0" err="1"/>
              <a:t>when</a:t>
            </a:r>
            <a:r>
              <a:rPr lang="da-DK" dirty="0"/>
              <a:t> </a:t>
            </a:r>
            <a:r>
              <a:rPr lang="da-DK" dirty="0" err="1"/>
              <a:t>discussing</a:t>
            </a:r>
            <a:r>
              <a:rPr lang="da-DK" dirty="0"/>
              <a:t> ”marine </a:t>
            </a:r>
            <a:r>
              <a:rPr lang="da-DK" dirty="0" err="1"/>
              <a:t>protection</a:t>
            </a:r>
            <a:r>
              <a:rPr lang="da-DK" dirty="0"/>
              <a:t>” </a:t>
            </a:r>
            <a:r>
              <a:rPr lang="da-DK" dirty="0" err="1"/>
              <a:t>focuses</a:t>
            </a:r>
            <a:r>
              <a:rPr lang="da-DK" dirty="0"/>
              <a:t> on </a:t>
            </a:r>
            <a:r>
              <a:rPr lang="da-DK" dirty="0" err="1"/>
              <a:t>sustainable</a:t>
            </a:r>
            <a:r>
              <a:rPr lang="da-DK" dirty="0"/>
              <a:t> </a:t>
            </a:r>
            <a:r>
              <a:rPr lang="da-DK" dirty="0" err="1"/>
              <a:t>fisheries</a:t>
            </a:r>
            <a:r>
              <a:rPr lang="da-DK" dirty="0"/>
              <a:t>. </a:t>
            </a:r>
            <a:r>
              <a:rPr lang="da-DK" dirty="0" err="1"/>
              <a:t>When</a:t>
            </a:r>
            <a:r>
              <a:rPr lang="da-DK" dirty="0"/>
              <a:t> </a:t>
            </a:r>
            <a:r>
              <a:rPr lang="da-DK" dirty="0" err="1"/>
              <a:t>we</a:t>
            </a:r>
            <a:r>
              <a:rPr lang="da-DK" dirty="0"/>
              <a:t> </a:t>
            </a:r>
            <a:r>
              <a:rPr lang="da-DK" dirty="0" err="1"/>
              <a:t>expand</a:t>
            </a:r>
            <a:r>
              <a:rPr lang="da-DK" dirty="0"/>
              <a:t> </a:t>
            </a:r>
            <a:r>
              <a:rPr lang="da-DK" dirty="0" err="1"/>
              <a:t>our</a:t>
            </a:r>
            <a:r>
              <a:rPr lang="da-DK" dirty="0"/>
              <a:t> MPA </a:t>
            </a:r>
            <a:r>
              <a:rPr lang="da-DK" dirty="0" err="1"/>
              <a:t>termenology</a:t>
            </a:r>
            <a:r>
              <a:rPr lang="da-DK" dirty="0"/>
              <a:t> (designation </a:t>
            </a:r>
            <a:r>
              <a:rPr lang="da-DK" dirty="0" err="1"/>
              <a:t>titles</a:t>
            </a:r>
            <a:r>
              <a:rPr lang="da-DK" dirty="0"/>
              <a:t>), the </a:t>
            </a:r>
            <a:r>
              <a:rPr lang="da-DK" dirty="0" err="1"/>
              <a:t>legislations</a:t>
            </a:r>
            <a:r>
              <a:rPr lang="da-DK" dirty="0"/>
              <a:t> </a:t>
            </a:r>
            <a:r>
              <a:rPr lang="da-DK" dirty="0" err="1"/>
              <a:t>controling</a:t>
            </a:r>
            <a:r>
              <a:rPr lang="da-DK" dirty="0"/>
              <a:t> </a:t>
            </a:r>
            <a:r>
              <a:rPr lang="da-DK" dirty="0" err="1"/>
              <a:t>knowledge</a:t>
            </a:r>
            <a:r>
              <a:rPr lang="da-DK" dirty="0"/>
              <a:t> flow </a:t>
            </a:r>
            <a:r>
              <a:rPr lang="da-DK" dirty="0" err="1"/>
              <a:t>discuss</a:t>
            </a:r>
            <a:r>
              <a:rPr lang="da-DK" dirty="0"/>
              <a:t> </a:t>
            </a:r>
            <a:r>
              <a:rPr lang="da-DK" dirty="0" err="1"/>
              <a:t>themes</a:t>
            </a:r>
            <a:r>
              <a:rPr lang="da-DK" dirty="0"/>
              <a:t> </a:t>
            </a:r>
            <a:r>
              <a:rPr lang="da-DK" dirty="0" err="1"/>
              <a:t>around</a:t>
            </a:r>
            <a:r>
              <a:rPr lang="da-DK" dirty="0"/>
              <a:t> GES/</a:t>
            </a:r>
            <a:r>
              <a:rPr lang="da-DK" dirty="0" err="1"/>
              <a:t>water</a:t>
            </a:r>
            <a:r>
              <a:rPr lang="da-DK" dirty="0"/>
              <a:t> </a:t>
            </a:r>
            <a:r>
              <a:rPr lang="da-DK" dirty="0" err="1"/>
              <a:t>quality</a:t>
            </a:r>
            <a:endParaRPr lang="da-DK" dirty="0"/>
          </a:p>
          <a:p>
            <a:pPr marL="0" indent="0">
              <a:buNone/>
            </a:pPr>
            <a:endParaRPr lang="da-DK" dirty="0"/>
          </a:p>
          <a:p>
            <a:r>
              <a:rPr lang="da-DK" dirty="0"/>
              <a:t>In the designation </a:t>
            </a:r>
            <a:r>
              <a:rPr lang="da-DK" dirty="0" err="1"/>
              <a:t>query</a:t>
            </a:r>
            <a:r>
              <a:rPr lang="da-DK" dirty="0"/>
              <a:t>, </a:t>
            </a:r>
            <a:r>
              <a:rPr lang="da-DK" dirty="0" err="1"/>
              <a:t>documents</a:t>
            </a:r>
            <a:r>
              <a:rPr lang="da-DK" dirty="0"/>
              <a:t> </a:t>
            </a:r>
            <a:r>
              <a:rPr lang="da-DK" dirty="0" err="1"/>
              <a:t>that</a:t>
            </a:r>
            <a:r>
              <a:rPr lang="da-DK" dirty="0"/>
              <a:t> </a:t>
            </a:r>
            <a:r>
              <a:rPr lang="da-DK" dirty="0" err="1"/>
              <a:t>recieve</a:t>
            </a:r>
            <a:r>
              <a:rPr lang="da-DK" dirty="0"/>
              <a:t> more citations </a:t>
            </a:r>
            <a:r>
              <a:rPr lang="da-DK" dirty="0" err="1"/>
              <a:t>than</a:t>
            </a:r>
            <a:r>
              <a:rPr lang="da-DK" dirty="0"/>
              <a:t> give out and </a:t>
            </a:r>
            <a:r>
              <a:rPr lang="da-DK" dirty="0" err="1"/>
              <a:t>control</a:t>
            </a:r>
            <a:r>
              <a:rPr lang="da-DK" dirty="0"/>
              <a:t> the flow of </a:t>
            </a:r>
            <a:r>
              <a:rPr lang="da-DK" dirty="0" err="1"/>
              <a:t>knowledge</a:t>
            </a:r>
            <a:r>
              <a:rPr lang="da-DK" dirty="0"/>
              <a:t> </a:t>
            </a:r>
            <a:r>
              <a:rPr lang="da-DK" dirty="0" err="1"/>
              <a:t>are</a:t>
            </a:r>
            <a:r>
              <a:rPr lang="da-DK" dirty="0"/>
              <a:t> </a:t>
            </a:r>
            <a:r>
              <a:rPr lang="da-DK" dirty="0" err="1"/>
              <a:t>those</a:t>
            </a:r>
            <a:r>
              <a:rPr lang="da-DK" dirty="0"/>
              <a:t> </a:t>
            </a:r>
            <a:r>
              <a:rPr lang="da-DK" dirty="0" err="1"/>
              <a:t>within</a:t>
            </a:r>
            <a:r>
              <a:rPr lang="da-DK" dirty="0"/>
              <a:t> </a:t>
            </a:r>
            <a:r>
              <a:rPr lang="da-DK" dirty="0" err="1"/>
              <a:t>themes</a:t>
            </a:r>
            <a:r>
              <a:rPr lang="da-DK" dirty="0"/>
              <a:t> </a:t>
            </a:r>
            <a:r>
              <a:rPr lang="da-DK" dirty="0" err="1"/>
              <a:t>that</a:t>
            </a:r>
            <a:r>
              <a:rPr lang="da-DK" dirty="0"/>
              <a:t> </a:t>
            </a:r>
            <a:r>
              <a:rPr lang="da-DK" dirty="0" err="1"/>
              <a:t>contain</a:t>
            </a:r>
            <a:r>
              <a:rPr lang="da-DK" dirty="0"/>
              <a:t> no seed </a:t>
            </a:r>
            <a:r>
              <a:rPr lang="da-DK" dirty="0" err="1"/>
              <a:t>documents</a:t>
            </a:r>
            <a:r>
              <a:rPr lang="da-DK" dirty="0"/>
              <a:t>:</a:t>
            </a:r>
          </a:p>
          <a:p>
            <a:pPr lvl="1"/>
            <a:r>
              <a:rPr lang="da-DK" dirty="0" err="1"/>
              <a:t>Legislation</a:t>
            </a:r>
            <a:r>
              <a:rPr lang="da-DK" dirty="0"/>
              <a:t> </a:t>
            </a:r>
            <a:r>
              <a:rPr lang="da-DK" dirty="0" err="1"/>
              <a:t>within</a:t>
            </a:r>
            <a:r>
              <a:rPr lang="da-DK" dirty="0"/>
              <a:t> the EU budgets </a:t>
            </a:r>
            <a:r>
              <a:rPr lang="da-DK" dirty="0" err="1"/>
              <a:t>theme</a:t>
            </a:r>
            <a:r>
              <a:rPr lang="da-DK" dirty="0"/>
              <a:t> have </a:t>
            </a:r>
            <a:r>
              <a:rPr lang="da-DK" dirty="0" err="1"/>
              <a:t>higher</a:t>
            </a:r>
            <a:r>
              <a:rPr lang="da-DK" dirty="0"/>
              <a:t> </a:t>
            </a:r>
            <a:r>
              <a:rPr lang="da-DK" dirty="0" err="1"/>
              <a:t>predicted</a:t>
            </a:r>
            <a:r>
              <a:rPr lang="da-DK" dirty="0"/>
              <a:t> </a:t>
            </a:r>
            <a:r>
              <a:rPr lang="da-DK" dirty="0" err="1"/>
              <a:t>betweenness</a:t>
            </a:r>
            <a:endParaRPr lang="da-DK" dirty="0"/>
          </a:p>
          <a:p>
            <a:pPr lvl="1"/>
            <a:r>
              <a:rPr lang="da-DK" dirty="0" err="1"/>
              <a:t>Legislation</a:t>
            </a:r>
            <a:r>
              <a:rPr lang="da-DK" dirty="0"/>
              <a:t> </a:t>
            </a:r>
            <a:r>
              <a:rPr lang="da-DK" dirty="0" err="1"/>
              <a:t>within</a:t>
            </a:r>
            <a:r>
              <a:rPr lang="da-DK" dirty="0"/>
              <a:t> the </a:t>
            </a:r>
            <a:r>
              <a:rPr lang="da-DK" dirty="0" err="1"/>
              <a:t>theme</a:t>
            </a:r>
            <a:r>
              <a:rPr lang="da-DK" dirty="0"/>
              <a:t> on Power of institutions have more </a:t>
            </a:r>
            <a:r>
              <a:rPr lang="da-DK" dirty="0" err="1"/>
              <a:t>than</a:t>
            </a:r>
            <a:r>
              <a:rPr lang="da-DK" dirty="0"/>
              <a:t> </a:t>
            </a:r>
            <a:r>
              <a:rPr lang="da-DK" dirty="0" err="1"/>
              <a:t>two</a:t>
            </a:r>
            <a:r>
              <a:rPr lang="da-DK" dirty="0"/>
              <a:t> times the </a:t>
            </a:r>
            <a:r>
              <a:rPr lang="da-DK" dirty="0" err="1"/>
              <a:t>number</a:t>
            </a:r>
            <a:r>
              <a:rPr lang="da-DK" dirty="0"/>
              <a:t> of </a:t>
            </a:r>
            <a:r>
              <a:rPr lang="da-DK" dirty="0" err="1"/>
              <a:t>degrees</a:t>
            </a:r>
            <a:r>
              <a:rPr lang="da-DK" dirty="0"/>
              <a:t>-in </a:t>
            </a:r>
            <a:r>
              <a:rPr lang="da-DK" dirty="0" err="1"/>
              <a:t>than</a:t>
            </a:r>
            <a:r>
              <a:rPr lang="da-DK" dirty="0"/>
              <a:t> </a:t>
            </a:r>
            <a:r>
              <a:rPr lang="da-DK" dirty="0" err="1"/>
              <a:t>degrees</a:t>
            </a:r>
            <a:r>
              <a:rPr lang="da-DK" dirty="0"/>
              <a:t>-out </a:t>
            </a:r>
          </a:p>
          <a:p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8272379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1FA046-2A06-C8DF-ED9D-D775F56A2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Take </a:t>
            </a:r>
            <a:r>
              <a:rPr lang="da-DK" dirty="0" err="1"/>
              <a:t>Aways</a:t>
            </a:r>
            <a:r>
              <a:rPr lang="da-DK" dirty="0"/>
              <a:t>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025499-89A8-D25D-B418-1633B44436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da-DK" dirty="0"/>
              <a:t>Citation </a:t>
            </a:r>
            <a:r>
              <a:rPr lang="da-DK" dirty="0" err="1"/>
              <a:t>networks</a:t>
            </a:r>
            <a:r>
              <a:rPr lang="da-DK" dirty="0"/>
              <a:t> </a:t>
            </a:r>
            <a:r>
              <a:rPr lang="da-DK" dirty="0" err="1"/>
              <a:t>allow</a:t>
            </a:r>
            <a:r>
              <a:rPr lang="da-DK" dirty="0"/>
              <a:t> </a:t>
            </a:r>
            <a:r>
              <a:rPr lang="da-DK" dirty="0" err="1"/>
              <a:t>use</a:t>
            </a:r>
            <a:r>
              <a:rPr lang="da-DK" dirty="0"/>
              <a:t> to </a:t>
            </a:r>
            <a:r>
              <a:rPr lang="da-DK" dirty="0" err="1"/>
              <a:t>explore</a:t>
            </a:r>
            <a:r>
              <a:rPr lang="da-DK" dirty="0"/>
              <a:t> the </a:t>
            </a:r>
            <a:r>
              <a:rPr lang="da-DK" dirty="0" err="1"/>
              <a:t>horizontal</a:t>
            </a:r>
            <a:r>
              <a:rPr lang="da-DK" dirty="0"/>
              <a:t> </a:t>
            </a:r>
            <a:r>
              <a:rPr lang="da-DK" dirty="0" err="1"/>
              <a:t>synergies</a:t>
            </a:r>
            <a:r>
              <a:rPr lang="da-DK" dirty="0"/>
              <a:t> </a:t>
            </a:r>
            <a:r>
              <a:rPr lang="da-DK" dirty="0" err="1"/>
              <a:t>between</a:t>
            </a:r>
            <a:r>
              <a:rPr lang="da-DK" dirty="0"/>
              <a:t> </a:t>
            </a:r>
            <a:r>
              <a:rPr lang="da-DK" dirty="0" err="1"/>
              <a:t>legislations</a:t>
            </a:r>
            <a:r>
              <a:rPr lang="da-DK" dirty="0"/>
              <a:t>. </a:t>
            </a:r>
          </a:p>
          <a:p>
            <a:pPr lvl="1"/>
            <a:r>
              <a:rPr lang="da-DK" dirty="0"/>
              <a:t> </a:t>
            </a:r>
            <a:r>
              <a:rPr lang="da-DK" dirty="0" err="1"/>
              <a:t>highlighting</a:t>
            </a:r>
            <a:r>
              <a:rPr lang="da-DK" dirty="0"/>
              <a:t> the </a:t>
            </a:r>
            <a:r>
              <a:rPr lang="da-DK" dirty="0" err="1"/>
              <a:t>importance</a:t>
            </a:r>
            <a:r>
              <a:rPr lang="da-DK" dirty="0"/>
              <a:t> of </a:t>
            </a:r>
            <a:r>
              <a:rPr lang="da-DK" dirty="0" err="1"/>
              <a:t>complementary</a:t>
            </a:r>
            <a:r>
              <a:rPr lang="da-DK" dirty="0"/>
              <a:t> </a:t>
            </a:r>
            <a:r>
              <a:rPr lang="da-DK" dirty="0" err="1"/>
              <a:t>legislations</a:t>
            </a:r>
            <a:r>
              <a:rPr lang="da-DK" dirty="0"/>
              <a:t> and </a:t>
            </a:r>
            <a:r>
              <a:rPr lang="da-DK" dirty="0" err="1"/>
              <a:t>their</a:t>
            </a:r>
            <a:r>
              <a:rPr lang="da-DK" dirty="0"/>
              <a:t> </a:t>
            </a:r>
            <a:r>
              <a:rPr lang="da-DK" dirty="0" err="1"/>
              <a:t>objectives</a:t>
            </a:r>
            <a:endParaRPr lang="da-DK" dirty="0"/>
          </a:p>
          <a:p>
            <a:pPr lvl="1"/>
            <a:endParaRPr lang="da-DK" dirty="0"/>
          </a:p>
          <a:p>
            <a:r>
              <a:rPr lang="da-DK" dirty="0"/>
              <a:t>By </a:t>
            </a:r>
            <a:r>
              <a:rPr lang="da-DK" dirty="0" err="1"/>
              <a:t>further</a:t>
            </a:r>
            <a:r>
              <a:rPr lang="da-DK" dirty="0"/>
              <a:t> </a:t>
            </a:r>
            <a:r>
              <a:rPr lang="da-DK" dirty="0" err="1"/>
              <a:t>grouping</a:t>
            </a:r>
            <a:r>
              <a:rPr lang="da-DK" dirty="0"/>
              <a:t> </a:t>
            </a:r>
            <a:r>
              <a:rPr lang="da-DK" dirty="0" err="1"/>
              <a:t>legislations</a:t>
            </a:r>
            <a:r>
              <a:rPr lang="da-DK" dirty="0"/>
              <a:t> </a:t>
            </a:r>
            <a:r>
              <a:rPr lang="da-DK" dirty="0" err="1"/>
              <a:t>into</a:t>
            </a:r>
            <a:r>
              <a:rPr lang="da-DK" dirty="0"/>
              <a:t> </a:t>
            </a:r>
            <a:r>
              <a:rPr lang="da-DK" dirty="0" err="1"/>
              <a:t>themes</a:t>
            </a:r>
            <a:r>
              <a:rPr lang="da-DK" dirty="0"/>
              <a:t> </a:t>
            </a:r>
            <a:r>
              <a:rPr lang="da-DK" dirty="0" err="1"/>
              <a:t>we</a:t>
            </a:r>
            <a:r>
              <a:rPr lang="da-DK" dirty="0"/>
              <a:t> </a:t>
            </a:r>
            <a:r>
              <a:rPr lang="da-DK" dirty="0" err="1"/>
              <a:t>get</a:t>
            </a:r>
            <a:r>
              <a:rPr lang="da-DK" dirty="0"/>
              <a:t> a </a:t>
            </a:r>
            <a:r>
              <a:rPr lang="da-DK" dirty="0" err="1"/>
              <a:t>better</a:t>
            </a:r>
            <a:r>
              <a:rPr lang="da-DK" dirty="0"/>
              <a:t> </a:t>
            </a:r>
            <a:r>
              <a:rPr lang="da-DK" dirty="0" err="1"/>
              <a:t>foundation</a:t>
            </a:r>
            <a:r>
              <a:rPr lang="da-DK" dirty="0"/>
              <a:t> of the types of </a:t>
            </a:r>
            <a:r>
              <a:rPr lang="da-DK" dirty="0" err="1"/>
              <a:t>discourse</a:t>
            </a:r>
            <a:r>
              <a:rPr lang="da-DK" dirty="0"/>
              <a:t> at </a:t>
            </a:r>
            <a:r>
              <a:rPr lang="da-DK" dirty="0" err="1"/>
              <a:t>play</a:t>
            </a:r>
            <a:r>
              <a:rPr lang="da-DK" dirty="0"/>
              <a:t> </a:t>
            </a:r>
            <a:r>
              <a:rPr lang="da-DK" dirty="0" err="1"/>
              <a:t>before</a:t>
            </a:r>
            <a:r>
              <a:rPr lang="da-DK" dirty="0"/>
              <a:t> </a:t>
            </a:r>
            <a:r>
              <a:rPr lang="da-DK" dirty="0" err="1"/>
              <a:t>reading</a:t>
            </a:r>
            <a:r>
              <a:rPr lang="da-DK" dirty="0"/>
              <a:t> the </a:t>
            </a:r>
            <a:r>
              <a:rPr lang="da-DK" dirty="0" err="1"/>
              <a:t>documents</a:t>
            </a:r>
            <a:r>
              <a:rPr lang="da-DK" dirty="0"/>
              <a:t>. </a:t>
            </a:r>
          </a:p>
          <a:p>
            <a:endParaRPr lang="da-DK" dirty="0"/>
          </a:p>
          <a:p>
            <a:r>
              <a:rPr lang="da-DK" dirty="0" err="1"/>
              <a:t>Legisaltions</a:t>
            </a:r>
            <a:r>
              <a:rPr lang="da-DK" dirty="0"/>
              <a:t> </a:t>
            </a:r>
            <a:r>
              <a:rPr lang="da-DK" dirty="0" err="1"/>
              <a:t>within</a:t>
            </a:r>
            <a:r>
              <a:rPr lang="da-DK" dirty="0"/>
              <a:t> </a:t>
            </a:r>
            <a:r>
              <a:rPr lang="da-DK" dirty="0" err="1"/>
              <a:t>themes</a:t>
            </a:r>
            <a:r>
              <a:rPr lang="da-DK" dirty="0"/>
              <a:t> </a:t>
            </a:r>
            <a:r>
              <a:rPr lang="da-DK" dirty="0" err="1"/>
              <a:t>that</a:t>
            </a:r>
            <a:r>
              <a:rPr lang="da-DK" dirty="0"/>
              <a:t> </a:t>
            </a:r>
            <a:r>
              <a:rPr lang="da-DK" dirty="0" err="1"/>
              <a:t>are</a:t>
            </a:r>
            <a:r>
              <a:rPr lang="da-DK" dirty="0"/>
              <a:t> central to MPA </a:t>
            </a:r>
            <a:r>
              <a:rPr lang="da-DK" dirty="0" err="1"/>
              <a:t>related</a:t>
            </a:r>
            <a:r>
              <a:rPr lang="da-DK" dirty="0"/>
              <a:t> </a:t>
            </a:r>
            <a:r>
              <a:rPr lang="da-DK" dirty="0" err="1"/>
              <a:t>discourse</a:t>
            </a:r>
            <a:r>
              <a:rPr lang="da-DK" dirty="0"/>
              <a:t> </a:t>
            </a:r>
            <a:r>
              <a:rPr lang="da-DK" dirty="0" err="1"/>
              <a:t>might</a:t>
            </a:r>
            <a:r>
              <a:rPr lang="da-DK" dirty="0"/>
              <a:t> </a:t>
            </a:r>
            <a:r>
              <a:rPr lang="da-DK" dirty="0" err="1"/>
              <a:t>be</a:t>
            </a:r>
            <a:r>
              <a:rPr lang="da-DK" dirty="0"/>
              <a:t> just as </a:t>
            </a:r>
            <a:r>
              <a:rPr lang="da-DK" dirty="0" err="1"/>
              <a:t>important</a:t>
            </a:r>
            <a:r>
              <a:rPr lang="da-DK" dirty="0"/>
              <a:t> for managers to reference.</a:t>
            </a:r>
          </a:p>
          <a:p>
            <a:pPr lvl="1"/>
            <a:r>
              <a:rPr lang="da-DK" dirty="0"/>
              <a:t>i.e. </a:t>
            </a:r>
            <a:r>
              <a:rPr lang="da-DK" dirty="0" err="1"/>
              <a:t>those</a:t>
            </a:r>
            <a:r>
              <a:rPr lang="da-DK" dirty="0"/>
              <a:t> </a:t>
            </a:r>
            <a:r>
              <a:rPr lang="da-DK" dirty="0" err="1"/>
              <a:t>within</a:t>
            </a:r>
            <a:r>
              <a:rPr lang="da-DK" dirty="0"/>
              <a:t> the EU budget </a:t>
            </a:r>
            <a:r>
              <a:rPr lang="da-DK" dirty="0" err="1"/>
              <a:t>theme</a:t>
            </a:r>
            <a:endParaRPr lang="da-DK" dirty="0"/>
          </a:p>
          <a:p>
            <a:pPr marL="457200" lvl="1" indent="0">
              <a:buNone/>
            </a:pP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8555770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8E4647-97F8-EEFA-159A-E4EA614652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29454" y="1132330"/>
            <a:ext cx="4398174" cy="1325563"/>
          </a:xfrm>
        </p:spPr>
        <p:txBody>
          <a:bodyPr>
            <a:normAutofit/>
          </a:bodyPr>
          <a:lstStyle/>
          <a:p>
            <a:r>
              <a:rPr lang="da-DK" sz="2800" dirty="0" err="1"/>
              <a:t>Questions</a:t>
            </a:r>
            <a:r>
              <a:rPr lang="da-DK" sz="2800" dirty="0"/>
              <a:t> &amp; </a:t>
            </a:r>
            <a:r>
              <a:rPr lang="da-DK" sz="2800" dirty="0" err="1"/>
              <a:t>comments</a:t>
            </a:r>
            <a:endParaRPr lang="da-DK" sz="2800" dirty="0"/>
          </a:p>
        </p:txBody>
      </p:sp>
      <p:pic>
        <p:nvPicPr>
          <p:cNvPr id="5" name="Graphic 4" descr="Teacher outline">
            <a:extLst>
              <a:ext uri="{FF2B5EF4-FFF2-40B4-BE49-F238E27FC236}">
                <a16:creationId xmlns:a16="http://schemas.microsoft.com/office/drawing/2014/main" id="{72BE1216-1067-57D3-E710-64AA546244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7513" y="-110674"/>
            <a:ext cx="5556961" cy="5556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54894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1883</TotalTime>
  <Words>630</Words>
  <Application>Microsoft Office PowerPoint</Application>
  <PresentationFormat>Widescreen</PresentationFormat>
  <Paragraphs>89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WP4  - Mapping an EU legislation landscape for MPA related acts</vt:lpstr>
      <vt:lpstr>PowerPoint Presentation</vt:lpstr>
      <vt:lpstr>Legislation Search Results: </vt:lpstr>
      <vt:lpstr>Citation networks</vt:lpstr>
      <vt:lpstr>MPA Query  EuroVoc themes:</vt:lpstr>
      <vt:lpstr>Designation Query EuroVoc themes:</vt:lpstr>
      <vt:lpstr>Is there an overall effect of cluster prevalence on legislations betweenness scores or degree ratio?</vt:lpstr>
      <vt:lpstr>Discussion</vt:lpstr>
      <vt:lpstr>Take Aways:</vt:lpstr>
      <vt:lpstr>Questions &amp; comments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Anna Elizabeth Jorgensen</dc:creator>
  <cp:lastModifiedBy>Anna Elizabeth Jorgensen</cp:lastModifiedBy>
  <cp:revision>21</cp:revision>
  <dcterms:created xsi:type="dcterms:W3CDTF">2022-09-29T07:12:58Z</dcterms:created>
  <dcterms:modified xsi:type="dcterms:W3CDTF">2023-02-14T09:12:04Z</dcterms:modified>
</cp:coreProperties>
</file>