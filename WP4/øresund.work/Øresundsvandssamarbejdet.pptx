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273BF-7E35-400C-ADD8-CBC796B4BAEF}" v="12" dt="2022-10-18T10:08:09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4" autoAdjust="0"/>
    <p:restoredTop sz="94660"/>
  </p:normalViewPr>
  <p:slideViewPr>
    <p:cSldViewPr snapToGrid="0">
      <p:cViewPr>
        <p:scale>
          <a:sx n="72" d="100"/>
          <a:sy n="72" d="100"/>
        </p:scale>
        <p:origin x="584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Elizabeth Jorgensen" userId="16327246-ef74-44a4-85d3-b08eb3538015" providerId="ADAL" clId="{704273BF-7E35-400C-ADD8-CBC796B4BAEF}"/>
    <pc:docChg chg="undo custSel addSld modSld">
      <pc:chgData name="Anna Elizabeth Jorgensen" userId="16327246-ef74-44a4-85d3-b08eb3538015" providerId="ADAL" clId="{704273BF-7E35-400C-ADD8-CBC796B4BAEF}" dt="2022-10-18T10:08:09.954" v="1059" actId="20577"/>
      <pc:docMkLst>
        <pc:docMk/>
      </pc:docMkLst>
      <pc:sldChg chg="addSp delSp modSp mod">
        <pc:chgData name="Anna Elizabeth Jorgensen" userId="16327246-ef74-44a4-85d3-b08eb3538015" providerId="ADAL" clId="{704273BF-7E35-400C-ADD8-CBC796B4BAEF}" dt="2022-10-18T10:08:09.954" v="1059" actId="20577"/>
        <pc:sldMkLst>
          <pc:docMk/>
          <pc:sldMk cId="911899234" sldId="259"/>
        </pc:sldMkLst>
        <pc:spChg chg="mod">
          <ac:chgData name="Anna Elizabeth Jorgensen" userId="16327246-ef74-44a4-85d3-b08eb3538015" providerId="ADAL" clId="{704273BF-7E35-400C-ADD8-CBC796B4BAEF}" dt="2022-10-18T10:08:07.278" v="1058" actId="20577"/>
          <ac:spMkLst>
            <pc:docMk/>
            <pc:sldMk cId="911899234" sldId="259"/>
            <ac:spMk id="2" creationId="{2F033A66-E0B3-3C8C-BB3D-B857B253BE5C}"/>
          </ac:spMkLst>
        </pc:spChg>
        <pc:spChg chg="del mod">
          <ac:chgData name="Anna Elizabeth Jorgensen" userId="16327246-ef74-44a4-85d3-b08eb3538015" providerId="ADAL" clId="{704273BF-7E35-400C-ADD8-CBC796B4BAEF}" dt="2022-10-18T08:26:30.581" v="604" actId="478"/>
          <ac:spMkLst>
            <pc:docMk/>
            <pc:sldMk cId="911899234" sldId="259"/>
            <ac:spMk id="3" creationId="{49D53334-4D21-9267-1C8D-1955C76B4103}"/>
          </ac:spMkLst>
        </pc:spChg>
        <pc:spChg chg="add mod">
          <ac:chgData name="Anna Elizabeth Jorgensen" userId="16327246-ef74-44a4-85d3-b08eb3538015" providerId="ADAL" clId="{704273BF-7E35-400C-ADD8-CBC796B4BAEF}" dt="2022-10-18T08:42:28.579" v="1052" actId="1076"/>
          <ac:spMkLst>
            <pc:docMk/>
            <pc:sldMk cId="911899234" sldId="259"/>
            <ac:spMk id="4" creationId="{5DE8078F-3D5D-C3C0-E0B0-8FED5D08C3CA}"/>
          </ac:spMkLst>
        </pc:spChg>
        <pc:spChg chg="add mod">
          <ac:chgData name="Anna Elizabeth Jorgensen" userId="16327246-ef74-44a4-85d3-b08eb3538015" providerId="ADAL" clId="{704273BF-7E35-400C-ADD8-CBC796B4BAEF}" dt="2022-10-18T10:08:09.954" v="1059" actId="20577"/>
          <ac:spMkLst>
            <pc:docMk/>
            <pc:sldMk cId="911899234" sldId="259"/>
            <ac:spMk id="5" creationId="{6F88A932-6CB1-CC6B-BEA2-E9DF51336AA3}"/>
          </ac:spMkLst>
        </pc:spChg>
        <pc:spChg chg="add del">
          <ac:chgData name="Anna Elizabeth Jorgensen" userId="16327246-ef74-44a4-85d3-b08eb3538015" providerId="ADAL" clId="{704273BF-7E35-400C-ADD8-CBC796B4BAEF}" dt="2022-10-18T08:32:46.314" v="870"/>
          <ac:spMkLst>
            <pc:docMk/>
            <pc:sldMk cId="911899234" sldId="259"/>
            <ac:spMk id="6" creationId="{E33AC285-48CA-80ED-9F69-AFA467B10E7B}"/>
          </ac:spMkLst>
        </pc:spChg>
        <pc:spChg chg="add del">
          <ac:chgData name="Anna Elizabeth Jorgensen" userId="16327246-ef74-44a4-85d3-b08eb3538015" providerId="ADAL" clId="{704273BF-7E35-400C-ADD8-CBC796B4BAEF}" dt="2022-10-18T08:32:54.355" v="872"/>
          <ac:spMkLst>
            <pc:docMk/>
            <pc:sldMk cId="911899234" sldId="259"/>
            <ac:spMk id="7" creationId="{97E317C2-EFA2-D243-CE67-F1A44E9C1ACC}"/>
          </ac:spMkLst>
        </pc:spChg>
      </pc:sldChg>
      <pc:sldChg chg="modSp new mod">
        <pc:chgData name="Anna Elizabeth Jorgensen" userId="16327246-ef74-44a4-85d3-b08eb3538015" providerId="ADAL" clId="{704273BF-7E35-400C-ADD8-CBC796B4BAEF}" dt="2022-10-18T07:59:14.624" v="519" actId="20577"/>
        <pc:sldMkLst>
          <pc:docMk/>
          <pc:sldMk cId="2860727605" sldId="260"/>
        </pc:sldMkLst>
        <pc:spChg chg="mod">
          <ac:chgData name="Anna Elizabeth Jorgensen" userId="16327246-ef74-44a4-85d3-b08eb3538015" providerId="ADAL" clId="{704273BF-7E35-400C-ADD8-CBC796B4BAEF}" dt="2022-10-18T07:17:44.846" v="14" actId="20577"/>
          <ac:spMkLst>
            <pc:docMk/>
            <pc:sldMk cId="2860727605" sldId="260"/>
            <ac:spMk id="2" creationId="{E57B938F-8B19-433D-5EB8-B6D224C51AE9}"/>
          </ac:spMkLst>
        </pc:spChg>
        <pc:spChg chg="mod">
          <ac:chgData name="Anna Elizabeth Jorgensen" userId="16327246-ef74-44a4-85d3-b08eb3538015" providerId="ADAL" clId="{704273BF-7E35-400C-ADD8-CBC796B4BAEF}" dt="2022-10-18T07:59:14.624" v="519" actId="20577"/>
          <ac:spMkLst>
            <pc:docMk/>
            <pc:sldMk cId="2860727605" sldId="260"/>
            <ac:spMk id="3" creationId="{33D66A41-5C04-48D5-4C16-5A3B7150CB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4DF0-672D-1992-EA32-D544BBDDB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22BA4-3459-FA76-AD93-89F29878E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96D2F-1511-FBA8-057B-08792D22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C1D4C-E40E-ACF4-C132-B4D6A243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21C60-D792-3339-E4E1-2E009DDD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819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6ABB-B865-CC28-7294-41444797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F1EF3-6380-657C-A7B8-30EB1FE62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FB3FA-E1B4-A2CB-632C-7A439E50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B37F5-A89D-364D-D259-C4CB92B1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59927-EB4E-57C7-DCFB-0EFA3946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626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7439-CD64-97F4-7095-9E90741C0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054CA-8050-08A0-845F-6B38954E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B5904-3329-E84A-DD1D-8BA909D1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FABB-C103-3592-FA41-01CD7306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FA47B-B824-B037-043D-C002A4E6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834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90CE-43DA-A54B-5F76-937AA712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96EFA-0494-1F35-7DFD-6A4D47CC0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8B021-9F87-F862-4E89-E95D9304A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99308-5155-A990-8377-7BDCEF393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F233A-9CF1-4DFB-1CA2-971C5BA7E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B9408-7E32-5BAA-05E0-E1A5AEB8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384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CADF-ECDB-35E9-8E58-5603B004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65856-DCFE-C6F9-F481-D0C2E17F8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021AD-CE6E-849A-BB40-806DD6C17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DC6F5-15AC-AF07-33A0-C70555EC4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08711-0528-3C32-56E2-AE5F272B1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C4EA5-8E3E-165C-4994-4B55CE4BC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F32701-CD8E-555F-F954-9A8147EB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F8F171-C393-8C0E-C4A1-D5892C75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603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0C9F-20E6-5DF3-98D0-A67730FE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6E707-B816-A4ED-BC8B-82D48F5C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D6797-097A-6916-071D-BF25F362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5892B-7B8C-AA7E-2632-595B9B0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432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CFB05-270A-1521-3EA6-06E3A9C8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27443-A177-7DBE-1E9A-3BC151B3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72C83-C34F-B745-FB6A-FD48A732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235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59BB-3369-18F0-9594-3820A893F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4CA68-D4ED-F485-79C3-5661A7FF8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6DD40-4334-36E1-93C1-C7A6C4910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ABF71-D818-DBAF-5107-923FB660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C0A5B-2605-AD68-68B3-D861ECD3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FE80E-8802-F6B2-C5E4-A5E48100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10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71F6-8D3C-CE09-4A4D-5CCDB4FB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F17B6-9B89-33B1-2FE4-3C396E830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D655C-AAC2-AB32-6856-E97AF7610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E378D-32A7-058A-6656-BFAC808A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0F9DC-D4CF-67B4-F729-ABC16515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C4388-9C60-B7AA-9EB0-AF15870A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6223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E693-5B82-04A2-68AF-480B6D4E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74BB7-4711-E0B7-3CC4-9A1F95627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A049D-75EE-15A3-CA14-833DD7734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0A0DC-FFAE-B48A-8F75-37CBFA93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65F41-1649-1536-BD7D-09A691CC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53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08BA10-9592-3BD4-729F-CF6D12613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B3FD0-1711-B2CC-ECC7-0FA30B1BB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75A12-A738-5283-F4F7-12FEC839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82B28-8CCE-2E59-029A-7E90290B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F6E3B-7CC6-0210-4C67-403E93EF7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0148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ED9DD2-908F-AB28-5BFB-73BDDC362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F7F80-C2EC-1CE8-B431-50BF1AA39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1BD49-E9CA-E7D7-22CF-5E2C05464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31D46-2FE3-4311-8917-511D656E9266}" type="datetimeFigureOut">
              <a:rPr lang="da-DK" smtClean="0"/>
              <a:t>18-10-2022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3A950-A84C-D19F-84CF-9A8305B4D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1875A-C3B7-D5E3-8D46-39E4F37E0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9A27F-54AF-4C4D-8F74-663BE5626444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186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tsinformation.dk/faq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tsinformation.dk/eli/resource/authority/type_document" TargetMode="External"/><Relationship Id="rId2" Type="http://schemas.openxmlformats.org/officeDocument/2006/relationships/hyperlink" Target="https://www.retsinformation.dk/offentlig/indberetningsskemaer/Vejledning%20til%20indberetningsskema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88C04-DCF3-4E09-6BBC-C6CF96381E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Øresundsvandssamarbejdet</a:t>
            </a:r>
            <a:br>
              <a:rPr lang="da-DK" dirty="0"/>
            </a:br>
            <a:r>
              <a:rPr lang="da-DK" dirty="0" err="1"/>
              <a:t>contract</a:t>
            </a:r>
            <a:r>
              <a:rPr lang="da-DK" dirty="0"/>
              <a:t> </a:t>
            </a:r>
            <a:r>
              <a:rPr lang="da-DK" dirty="0" err="1"/>
              <a:t>work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AA60C-F8CC-F189-DC6E-7E074F17EC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356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8FEB5-1102-4F34-8DFE-080EB3E2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How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obtained</a:t>
            </a:r>
            <a:r>
              <a:rPr lang="da-DK" dirty="0"/>
              <a:t> Danish </a:t>
            </a:r>
            <a:r>
              <a:rPr lang="da-DK" dirty="0" err="1"/>
              <a:t>Legislation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FAFB3-9F10-F6C6-1901-571D9AC4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da-DK" dirty="0"/>
              <a:t>Restsinformation.dk filter </a:t>
            </a:r>
            <a:r>
              <a:rPr lang="da-DK" dirty="0" err="1"/>
              <a:t>only</a:t>
            </a:r>
            <a:r>
              <a:rPr lang="da-DK" dirty="0"/>
              <a:t> for ”regler” and not </a:t>
            </a:r>
            <a:r>
              <a:rPr lang="da-DK" dirty="0" err="1"/>
              <a:t>including</a:t>
            </a:r>
            <a:r>
              <a:rPr lang="da-DK" dirty="0"/>
              <a:t> </a:t>
            </a:r>
            <a:r>
              <a:rPr lang="da-DK" dirty="0" err="1"/>
              <a:t>historical</a:t>
            </a:r>
            <a:r>
              <a:rPr lang="da-DK" dirty="0"/>
              <a:t> </a:t>
            </a:r>
            <a:r>
              <a:rPr lang="da-DK" dirty="0" err="1"/>
              <a:t>documents</a:t>
            </a:r>
            <a:r>
              <a:rPr lang="da-DK" dirty="0"/>
              <a:t> </a:t>
            </a:r>
          </a:p>
          <a:p>
            <a:pPr lvl="1"/>
            <a:r>
              <a:rPr lang="da-DK" dirty="0" err="1"/>
              <a:t>Historical</a:t>
            </a:r>
            <a:r>
              <a:rPr lang="da-DK" dirty="0"/>
              <a:t> </a:t>
            </a:r>
            <a:r>
              <a:rPr lang="da-DK" dirty="0" err="1"/>
              <a:t>documents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explained</a:t>
            </a:r>
            <a:r>
              <a:rPr lang="da-DK" dirty="0"/>
              <a:t> </a:t>
            </a:r>
            <a:r>
              <a:rPr lang="da-DK" dirty="0" err="1"/>
              <a:t>here</a:t>
            </a:r>
            <a:r>
              <a:rPr lang="da-DK" dirty="0"/>
              <a:t> : </a:t>
            </a:r>
            <a:r>
              <a:rPr lang="da-DK" dirty="0">
                <a:hlinkClick r:id="rId2"/>
              </a:rPr>
              <a:t>https://www.retsinformation.dk/faq</a:t>
            </a:r>
            <a:r>
              <a:rPr lang="da-DK" dirty="0"/>
              <a:t> </a:t>
            </a:r>
          </a:p>
          <a:p>
            <a:pPr lvl="1"/>
            <a:r>
              <a:rPr lang="da-DK" dirty="0"/>
              <a:t>Same as </a:t>
            </a:r>
            <a:r>
              <a:rPr lang="da-DK" dirty="0" err="1"/>
              <a:t>what</a:t>
            </a:r>
            <a:r>
              <a:rPr lang="da-DK" dirty="0"/>
              <a:t> ”regler </a:t>
            </a:r>
            <a:r>
              <a:rPr lang="da-DK" dirty="0" err="1"/>
              <a:t>means</a:t>
            </a:r>
            <a:r>
              <a:rPr lang="da-DK" dirty="0"/>
              <a:t>: all binding </a:t>
            </a:r>
            <a:r>
              <a:rPr lang="da-DK" dirty="0" err="1"/>
              <a:t>laws</a:t>
            </a:r>
            <a:r>
              <a:rPr lang="da-DK" dirty="0"/>
              <a:t> and </a:t>
            </a:r>
            <a:r>
              <a:rPr lang="da-DK" dirty="0" err="1"/>
              <a:t>regulations</a:t>
            </a:r>
            <a:endParaRPr lang="da-DK" dirty="0"/>
          </a:p>
          <a:p>
            <a:r>
              <a:rPr lang="da-DK" dirty="0"/>
              <a:t>Three </a:t>
            </a:r>
            <a:r>
              <a:rPr lang="da-DK" dirty="0" err="1"/>
              <a:t>search</a:t>
            </a:r>
            <a:r>
              <a:rPr lang="da-DK" dirty="0"/>
              <a:t> </a:t>
            </a:r>
            <a:r>
              <a:rPr lang="da-DK" dirty="0" err="1"/>
              <a:t>queries</a:t>
            </a:r>
            <a:r>
              <a:rPr lang="da-DK" dirty="0"/>
              <a:t> (</a:t>
            </a:r>
            <a:r>
              <a:rPr lang="da-DK" dirty="0" err="1"/>
              <a:t>search</a:t>
            </a:r>
            <a:r>
              <a:rPr lang="da-DK" dirty="0"/>
              <a:t> filters)</a:t>
            </a:r>
          </a:p>
          <a:p>
            <a:pPr marL="914400" lvl="1" indent="-457200">
              <a:buAutoNum type="arabicParenBoth"/>
            </a:pPr>
            <a:r>
              <a:rPr lang="da-DK" dirty="0"/>
              <a:t>”fiskeri”</a:t>
            </a:r>
          </a:p>
          <a:p>
            <a:pPr marL="914400" lvl="1" indent="-457200">
              <a:buAutoNum type="arabicParenBoth"/>
            </a:pPr>
            <a:r>
              <a:rPr lang="da-DK" dirty="0"/>
              <a:t>”jagt”</a:t>
            </a:r>
          </a:p>
          <a:p>
            <a:pPr marL="914400" lvl="1" indent="-457200">
              <a:buAutoNum type="arabicParenBoth"/>
            </a:pPr>
            <a:r>
              <a:rPr lang="da-DK" dirty="0"/>
              <a:t>”</a:t>
            </a:r>
            <a:r>
              <a:rPr lang="da-DK" dirty="0" err="1"/>
              <a:t>søtrafik</a:t>
            </a:r>
            <a:r>
              <a:rPr lang="da-DK" dirty="0"/>
              <a:t>”</a:t>
            </a:r>
          </a:p>
          <a:p>
            <a:r>
              <a:rPr lang="da-DK" dirty="0"/>
              <a:t>In addition </a:t>
            </a:r>
            <a:r>
              <a:rPr lang="da-DK" dirty="0" err="1"/>
              <a:t>within</a:t>
            </a:r>
            <a:r>
              <a:rPr lang="da-DK" dirty="0"/>
              <a:t> fiskeri </a:t>
            </a:r>
            <a:r>
              <a:rPr lang="da-DK" dirty="0" err="1"/>
              <a:t>results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marked </a:t>
            </a:r>
            <a:r>
              <a:rPr lang="da-DK" dirty="0" err="1"/>
              <a:t>those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mention</a:t>
            </a:r>
            <a:r>
              <a:rPr lang="da-DK" dirty="0"/>
              <a:t> the </a:t>
            </a:r>
            <a:r>
              <a:rPr lang="da-DK" dirty="0" err="1"/>
              <a:t>strings</a:t>
            </a:r>
            <a:r>
              <a:rPr lang="da-DK" dirty="0"/>
              <a:t> ”harpun”, ”kommercielt fisk”, ”</a:t>
            </a:r>
            <a:r>
              <a:rPr lang="da-DK" dirty="0" err="1"/>
              <a:t>erkvervsmæssigt</a:t>
            </a:r>
            <a:r>
              <a:rPr lang="da-DK" dirty="0"/>
              <a:t> fisk”, and ”</a:t>
            </a:r>
            <a:r>
              <a:rPr lang="da-DK" dirty="0" err="1"/>
              <a:t>erhversfiskeri</a:t>
            </a:r>
            <a:r>
              <a:rPr lang="da-DK" dirty="0"/>
              <a:t>”</a:t>
            </a:r>
          </a:p>
          <a:p>
            <a:r>
              <a:rPr lang="da-DK" dirty="0" err="1"/>
              <a:t>Within</a:t>
            </a:r>
            <a:r>
              <a:rPr lang="da-DK" dirty="0"/>
              <a:t> jagt </a:t>
            </a:r>
            <a:r>
              <a:rPr lang="da-DK" dirty="0" err="1"/>
              <a:t>results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makes</a:t>
            </a:r>
            <a:r>
              <a:rPr lang="da-DK" dirty="0"/>
              <a:t> </a:t>
            </a:r>
            <a:r>
              <a:rPr lang="da-DK" dirty="0" err="1"/>
              <a:t>those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mention</a:t>
            </a:r>
            <a:r>
              <a:rPr lang="da-DK" dirty="0"/>
              <a:t> the </a:t>
            </a:r>
            <a:r>
              <a:rPr lang="da-DK" dirty="0" err="1"/>
              <a:t>string</a:t>
            </a:r>
            <a:r>
              <a:rPr lang="da-DK" dirty="0"/>
              <a:t> ”fugle” and ”sæl”</a:t>
            </a:r>
          </a:p>
          <a:p>
            <a:pPr marL="0" indent="0">
              <a:buNone/>
            </a:pPr>
            <a:r>
              <a:rPr lang="da-DK" sz="1900" dirty="0"/>
              <a:t>* </a:t>
            </a:r>
            <a:r>
              <a:rPr lang="da-DK" sz="1900" dirty="0" err="1"/>
              <a:t>these</a:t>
            </a:r>
            <a:r>
              <a:rPr lang="da-DK" sz="1900" dirty="0"/>
              <a:t> </a:t>
            </a:r>
            <a:r>
              <a:rPr lang="da-DK" sz="1900" dirty="0" err="1"/>
              <a:t>included</a:t>
            </a:r>
            <a:r>
              <a:rPr lang="da-DK" sz="1900" dirty="0"/>
              <a:t> </a:t>
            </a:r>
            <a:r>
              <a:rPr lang="da-DK" sz="1900" dirty="0" err="1"/>
              <a:t>both</a:t>
            </a:r>
            <a:r>
              <a:rPr lang="da-DK" sz="1900" dirty="0"/>
              <a:t> </a:t>
            </a:r>
            <a:r>
              <a:rPr lang="da-DK" sz="1900" dirty="0" err="1"/>
              <a:t>uppercase</a:t>
            </a:r>
            <a:r>
              <a:rPr lang="da-DK" sz="1900" dirty="0"/>
              <a:t> and </a:t>
            </a:r>
            <a:r>
              <a:rPr lang="da-DK" sz="1900" dirty="0" err="1"/>
              <a:t>lowercase</a:t>
            </a:r>
            <a:r>
              <a:rPr lang="da-DK" sz="1900" dirty="0"/>
              <a:t> </a:t>
            </a:r>
            <a:r>
              <a:rPr lang="da-DK" sz="1900" dirty="0" err="1"/>
              <a:t>strings</a:t>
            </a:r>
            <a:r>
              <a:rPr lang="da-DK" sz="1900" dirty="0"/>
              <a:t>.</a:t>
            </a:r>
          </a:p>
          <a:p>
            <a:pPr marL="457200" lvl="1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78430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B938F-8B19-433D-5EB8-B6D224C5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Query </a:t>
            </a:r>
            <a:r>
              <a:rPr lang="da-DK" dirty="0" err="1"/>
              <a:t>results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66A41-5C04-48D5-4C16-5A3B7150C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716463"/>
          </a:xfrm>
        </p:spPr>
        <p:txBody>
          <a:bodyPr>
            <a:normAutofit fontScale="85000" lnSpcReduction="20000"/>
          </a:bodyPr>
          <a:lstStyle/>
          <a:p>
            <a:r>
              <a:rPr lang="da-DK" dirty="0"/>
              <a:t>In total </a:t>
            </a:r>
            <a:r>
              <a:rPr lang="da-DK" dirty="0" err="1"/>
              <a:t>there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1,213 </a:t>
            </a:r>
            <a:r>
              <a:rPr lang="da-DK" dirty="0" err="1"/>
              <a:t>distinct</a:t>
            </a:r>
            <a:r>
              <a:rPr lang="da-DK" dirty="0"/>
              <a:t> </a:t>
            </a:r>
            <a:r>
              <a:rPr lang="da-DK" dirty="0" err="1"/>
              <a:t>documents</a:t>
            </a:r>
            <a:r>
              <a:rPr lang="da-DK" dirty="0"/>
              <a:t>,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apprearing</a:t>
            </a:r>
            <a:r>
              <a:rPr lang="da-DK" dirty="0"/>
              <a:t> in </a:t>
            </a:r>
            <a:r>
              <a:rPr lang="da-DK" dirty="0" err="1"/>
              <a:t>mutiple</a:t>
            </a:r>
            <a:r>
              <a:rPr lang="da-DK" dirty="0"/>
              <a:t> </a:t>
            </a:r>
            <a:r>
              <a:rPr lang="da-DK" dirty="0" err="1"/>
              <a:t>search</a:t>
            </a:r>
            <a:r>
              <a:rPr lang="da-DK" dirty="0"/>
              <a:t> </a:t>
            </a:r>
            <a:r>
              <a:rPr lang="da-DK" dirty="0" err="1"/>
              <a:t>queries</a:t>
            </a:r>
            <a:r>
              <a:rPr lang="da-DK" dirty="0"/>
              <a:t>. One of the </a:t>
            </a:r>
            <a:r>
              <a:rPr lang="da-DK" dirty="0" err="1"/>
              <a:t>documents</a:t>
            </a:r>
            <a:r>
              <a:rPr lang="da-DK" dirty="0"/>
              <a:t> pulled has a </a:t>
            </a:r>
            <a:r>
              <a:rPr lang="da-DK" dirty="0" err="1"/>
              <a:t>faulty</a:t>
            </a:r>
            <a:r>
              <a:rPr lang="da-DK" dirty="0"/>
              <a:t> url and </a:t>
            </a:r>
            <a:r>
              <a:rPr lang="da-DK" dirty="0" err="1"/>
              <a:t>thus</a:t>
            </a:r>
            <a:r>
              <a:rPr lang="da-DK" dirty="0"/>
              <a:t> </a:t>
            </a:r>
            <a:r>
              <a:rPr lang="da-DK" dirty="0" err="1"/>
              <a:t>text</a:t>
            </a:r>
            <a:r>
              <a:rPr lang="da-DK" dirty="0"/>
              <a:t> data </a:t>
            </a:r>
            <a:r>
              <a:rPr lang="da-DK" dirty="0" err="1"/>
              <a:t>cannot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accessed</a:t>
            </a:r>
            <a:r>
              <a:rPr lang="da-DK" dirty="0"/>
              <a:t>…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</a:t>
            </a:r>
            <a:r>
              <a:rPr lang="da-DK" dirty="0" err="1"/>
              <a:t>appreas</a:t>
            </a:r>
            <a:r>
              <a:rPr lang="da-DK" dirty="0"/>
              <a:t> </a:t>
            </a:r>
            <a:r>
              <a:rPr lang="da-DK" dirty="0" err="1"/>
              <a:t>both</a:t>
            </a:r>
            <a:r>
              <a:rPr lang="da-DK" dirty="0"/>
              <a:t> </a:t>
            </a:r>
            <a:r>
              <a:rPr lang="da-DK" dirty="0" err="1"/>
              <a:t>queries</a:t>
            </a:r>
            <a:r>
              <a:rPr lang="da-DK" dirty="0"/>
              <a:t> fiskeri and jagt.</a:t>
            </a:r>
          </a:p>
          <a:p>
            <a:r>
              <a:rPr lang="da-DK" dirty="0"/>
              <a:t>   fiskeri </a:t>
            </a:r>
            <a:r>
              <a:rPr lang="da-DK" dirty="0">
                <a:sym typeface="Wingdings" panose="05000000000000000000" pitchFamily="2" charset="2"/>
              </a:rPr>
              <a:t></a:t>
            </a:r>
            <a:r>
              <a:rPr lang="da-DK" dirty="0"/>
              <a:t>  1012 (1011)</a:t>
            </a:r>
          </a:p>
          <a:p>
            <a:pPr lvl="1"/>
            <a:r>
              <a:rPr lang="da-DK" dirty="0" err="1"/>
              <a:t>Mentions</a:t>
            </a:r>
            <a:endParaRPr lang="da-DK" dirty="0"/>
          </a:p>
          <a:p>
            <a:pPr lvl="2"/>
            <a:r>
              <a:rPr lang="da-DK" dirty="0"/>
              <a:t>Harpun: 3</a:t>
            </a:r>
          </a:p>
          <a:p>
            <a:pPr lvl="2"/>
            <a:r>
              <a:rPr lang="da-DK" dirty="0"/>
              <a:t>Kommercielt fisk: 3</a:t>
            </a:r>
          </a:p>
          <a:p>
            <a:pPr lvl="2"/>
            <a:r>
              <a:rPr lang="da-DK" dirty="0"/>
              <a:t>erhvervsmæssigt fisk: 55</a:t>
            </a:r>
          </a:p>
          <a:p>
            <a:pPr lvl="2"/>
            <a:r>
              <a:rPr lang="da-DK" dirty="0"/>
              <a:t>Erhvervsfisk: 57</a:t>
            </a:r>
          </a:p>
          <a:p>
            <a:pPr lvl="2"/>
            <a:r>
              <a:rPr lang="da-DK" dirty="0"/>
              <a:t>rekreativt fisk: 10</a:t>
            </a:r>
          </a:p>
          <a:p>
            <a:r>
              <a:rPr lang="da-DK" dirty="0"/>
              <a:t>   jagt </a:t>
            </a:r>
            <a:r>
              <a:rPr lang="da-DK" dirty="0">
                <a:sym typeface="Wingdings" panose="05000000000000000000" pitchFamily="2" charset="2"/>
              </a:rPr>
              <a:t></a:t>
            </a:r>
            <a:r>
              <a:rPr lang="da-DK" dirty="0"/>
              <a:t>      347 (346)</a:t>
            </a:r>
          </a:p>
          <a:p>
            <a:pPr lvl="1"/>
            <a:r>
              <a:rPr lang="da-DK" dirty="0" err="1"/>
              <a:t>Mentions</a:t>
            </a:r>
            <a:endParaRPr lang="da-DK" dirty="0"/>
          </a:p>
          <a:p>
            <a:pPr lvl="2"/>
            <a:r>
              <a:rPr lang="da-DK" dirty="0"/>
              <a:t>Sæl : 142</a:t>
            </a:r>
          </a:p>
          <a:p>
            <a:pPr lvl="2"/>
            <a:r>
              <a:rPr lang="da-DK" dirty="0"/>
              <a:t>Fugle 175</a:t>
            </a:r>
          </a:p>
          <a:p>
            <a:r>
              <a:rPr lang="da-DK" dirty="0"/>
              <a:t>   </a:t>
            </a:r>
            <a:r>
              <a:rPr lang="da-DK" dirty="0" err="1"/>
              <a:t>søtrafik</a:t>
            </a:r>
            <a:r>
              <a:rPr lang="da-DK" dirty="0"/>
              <a:t> </a:t>
            </a:r>
            <a:r>
              <a:rPr lang="da-DK" dirty="0">
                <a:sym typeface="Wingdings" panose="05000000000000000000" pitchFamily="2" charset="2"/>
              </a:rPr>
              <a:t></a:t>
            </a:r>
            <a:r>
              <a:rPr lang="da-DK" dirty="0"/>
              <a:t> 8</a:t>
            </a:r>
          </a:p>
        </p:txBody>
      </p:sp>
    </p:spTree>
    <p:extLst>
      <p:ext uri="{BB962C8B-B14F-4D97-AF65-F5344CB8AC3E}">
        <p14:creationId xmlns:p14="http://schemas.microsoft.com/office/powerpoint/2010/main" val="286072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3A66-E0B3-3C8C-BB3D-B857B253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Additinal</a:t>
            </a:r>
            <a:r>
              <a:rPr lang="da-DK" dirty="0"/>
              <a:t> </a:t>
            </a:r>
            <a:r>
              <a:rPr lang="da-DK" dirty="0" err="1"/>
              <a:t>document</a:t>
            </a:r>
            <a:r>
              <a:rPr lang="da-DK" dirty="0"/>
              <a:t> data </a:t>
            </a:r>
            <a:r>
              <a:rPr lang="da-DK" dirty="0" err="1"/>
              <a:t>attached</a:t>
            </a:r>
            <a:r>
              <a:rPr lang="da-DK" dirty="0"/>
              <a:t> to the </a:t>
            </a:r>
            <a:r>
              <a:rPr lang="da-DK" dirty="0" err="1"/>
              <a:t>text</a:t>
            </a:r>
            <a:br>
              <a:rPr lang="da-DK" dirty="0"/>
            </a:br>
            <a:r>
              <a:rPr lang="da-DK" sz="2000" dirty="0">
                <a:hlinkClick r:id="rId2"/>
              </a:rPr>
              <a:t>https://www.retsinformation.dk/offentlig/indberetningsskemaer/Vejledning%20til%20indberetningsskema.pdf</a:t>
            </a:r>
            <a:r>
              <a:rPr lang="da-DK" sz="20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8078F-3D5D-C3C0-E0B0-8FED5D08C3CA}"/>
              </a:ext>
            </a:extLst>
          </p:cNvPr>
          <p:cNvSpPr txBox="1"/>
          <p:nvPr/>
        </p:nvSpPr>
        <p:spPr>
          <a:xfrm>
            <a:off x="7154200" y="1937782"/>
            <a:ext cx="495039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UnderskriftDato</a:t>
            </a:r>
            <a:r>
              <a:rPr lang="da-DK" dirty="0"/>
              <a:t>: </a:t>
            </a:r>
            <a:r>
              <a:rPr lang="da-DK" dirty="0" err="1"/>
              <a:t>signature</a:t>
            </a:r>
            <a:r>
              <a:rPr lang="da-DK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PubliceretTidspunkt</a:t>
            </a:r>
            <a:r>
              <a:rPr lang="da-DK" dirty="0"/>
              <a:t>: </a:t>
            </a:r>
            <a:r>
              <a:rPr lang="da-DK" dirty="0" err="1"/>
              <a:t>Published</a:t>
            </a:r>
            <a:r>
              <a:rPr lang="da-DK" dirty="0"/>
              <a:t> time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SidstPubliceretTidspunkt</a:t>
            </a:r>
            <a:r>
              <a:rPr lang="da-DK" dirty="0"/>
              <a:t>: last </a:t>
            </a:r>
            <a:r>
              <a:rPr lang="da-DK" dirty="0" err="1"/>
              <a:t>published</a:t>
            </a:r>
            <a:r>
              <a:rPr lang="da-DK" dirty="0"/>
              <a:t>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BekendtgørelsesDato</a:t>
            </a:r>
            <a:r>
              <a:rPr lang="da-DK" dirty="0"/>
              <a:t>: </a:t>
            </a:r>
            <a:r>
              <a:rPr lang="da-DK" dirty="0" err="1"/>
              <a:t>promulgation</a:t>
            </a:r>
            <a:r>
              <a:rPr lang="da-DK" dirty="0"/>
              <a:t>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HistoriskDato</a:t>
            </a:r>
            <a:r>
              <a:rPr lang="da-DK" dirty="0"/>
              <a:t>: </a:t>
            </a:r>
            <a:r>
              <a:rPr lang="da-DK" dirty="0" err="1"/>
              <a:t>historic</a:t>
            </a:r>
            <a:r>
              <a:rPr lang="da-DK" dirty="0"/>
              <a:t> date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Historisk</a:t>
            </a:r>
            <a:r>
              <a:rPr lang="da-DK" dirty="0"/>
              <a:t>: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RedaktionelNote</a:t>
            </a:r>
            <a:r>
              <a:rPr lang="da-DK" dirty="0"/>
              <a:t>: </a:t>
            </a:r>
            <a:r>
              <a:rPr lang="da-DK" dirty="0" err="1"/>
              <a:t>editorial</a:t>
            </a:r>
            <a:r>
              <a:rPr lang="da-DK" dirty="0"/>
              <a:t> note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OmtryksNote</a:t>
            </a:r>
            <a:r>
              <a:rPr lang="da-DK" dirty="0"/>
              <a:t>: </a:t>
            </a:r>
            <a:r>
              <a:rPr lang="da-DK" dirty="0" err="1"/>
              <a:t>reprint</a:t>
            </a:r>
            <a:r>
              <a:rPr lang="da-DK" dirty="0"/>
              <a:t> note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AlternativeMedierNote</a:t>
            </a:r>
            <a:r>
              <a:rPr lang="da-DK" dirty="0"/>
              <a:t>: alternative media note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AnfoerINote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HjemmelVedroerer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SenereAendringer</a:t>
            </a:r>
            <a:r>
              <a:rPr lang="da-DK" dirty="0"/>
              <a:t>: </a:t>
            </a:r>
            <a:r>
              <a:rPr lang="da-DK" dirty="0" err="1"/>
              <a:t>later</a:t>
            </a:r>
            <a:r>
              <a:rPr lang="da-DK" dirty="0"/>
              <a:t> </a:t>
            </a:r>
            <a:r>
              <a:rPr lang="da-DK" dirty="0" err="1"/>
              <a:t>changes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ÆndrerI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Tiltræder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EliUrl</a:t>
            </a:r>
            <a:r>
              <a:rPr lang="da-DK" b="1" dirty="0"/>
              <a:t>: </a:t>
            </a:r>
            <a:r>
              <a:rPr lang="da-DK" dirty="0"/>
              <a:t>European Legislative </a:t>
            </a:r>
            <a:r>
              <a:rPr lang="da-DK" dirty="0" err="1"/>
              <a:t>Identifier</a:t>
            </a:r>
            <a:r>
              <a:rPr lang="da-DK" dirty="0"/>
              <a:t> url</a:t>
            </a:r>
          </a:p>
          <a:p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8A932-6CB1-CC6B-BEA2-E9DF51336AA3}"/>
              </a:ext>
            </a:extLst>
          </p:cNvPr>
          <p:cNvSpPr txBox="1"/>
          <p:nvPr/>
        </p:nvSpPr>
        <p:spPr>
          <a:xfrm>
            <a:off x="335981" y="1937782"/>
            <a:ext cx="6998198" cy="4555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Rank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DokumentType</a:t>
            </a:r>
            <a:r>
              <a:rPr lang="da-DK" dirty="0"/>
              <a:t>: </a:t>
            </a:r>
            <a:r>
              <a:rPr lang="da-DK" dirty="0" err="1"/>
              <a:t>document</a:t>
            </a:r>
            <a:r>
              <a:rPr lang="da-DK" dirty="0"/>
              <a:t> type</a:t>
            </a:r>
          </a:p>
          <a:p>
            <a:r>
              <a:rPr lang="da-DK" dirty="0"/>
              <a:t> </a:t>
            </a:r>
            <a:r>
              <a:rPr lang="da-DK" dirty="0">
                <a:hlinkClick r:id="rId3"/>
              </a:rPr>
              <a:t>https://www.retsinformation.dk/eli/resource/authority/type_document</a:t>
            </a:r>
            <a:r>
              <a:rPr lang="da-DK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Titel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PopulærTitel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Ressort</a:t>
            </a:r>
            <a:r>
              <a:rPr lang="da-DK" dirty="0"/>
              <a:t>: Department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AdministrerendeMyndighed</a:t>
            </a:r>
            <a:r>
              <a:rPr lang="da-DK" dirty="0"/>
              <a:t>: </a:t>
            </a:r>
            <a:r>
              <a:rPr lang="da-DK" dirty="0" err="1"/>
              <a:t>administering</a:t>
            </a:r>
            <a:r>
              <a:rPr lang="da-DK" dirty="0"/>
              <a:t> </a:t>
            </a:r>
            <a:r>
              <a:rPr lang="da-DK" dirty="0" err="1"/>
              <a:t>authority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JournalNummer</a:t>
            </a:r>
            <a:r>
              <a:rPr lang="da-DK" dirty="0"/>
              <a:t>: journal </a:t>
            </a:r>
            <a:r>
              <a:rPr lang="da-DK" dirty="0" err="1"/>
              <a:t>number</a:t>
            </a:r>
            <a:endParaRPr lang="da-D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Nummer</a:t>
            </a:r>
            <a:r>
              <a:rPr lang="da-DK" dirty="0"/>
              <a:t>: </a:t>
            </a:r>
            <a:r>
              <a:rPr lang="da-DK" dirty="0" err="1"/>
              <a:t>number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År</a:t>
            </a:r>
            <a:r>
              <a:rPr lang="da-DK" dirty="0"/>
              <a:t>: </a:t>
            </a:r>
            <a:r>
              <a:rPr lang="da-DK" dirty="0" err="1"/>
              <a:t>year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DokumentId</a:t>
            </a:r>
            <a:r>
              <a:rPr lang="da-DK" dirty="0"/>
              <a:t>: </a:t>
            </a:r>
            <a:r>
              <a:rPr lang="da-DK" dirty="0" err="1"/>
              <a:t>document</a:t>
            </a:r>
            <a:r>
              <a:rPr lang="da-DK" dirty="0"/>
              <a:t>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ACCN</a:t>
            </a:r>
            <a:r>
              <a:rPr lang="da-DK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Publiceringsmedie</a:t>
            </a:r>
            <a:r>
              <a:rPr lang="da-DK" dirty="0"/>
              <a:t>: </a:t>
            </a:r>
            <a:r>
              <a:rPr lang="da-DK" dirty="0" err="1"/>
              <a:t>publication</a:t>
            </a:r>
            <a:r>
              <a:rPr lang="da-DK" dirty="0"/>
              <a:t> medium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 err="1"/>
              <a:t>UndtagetFraOffentliggørelse</a:t>
            </a:r>
            <a:r>
              <a:rPr lang="da-DK" dirty="0"/>
              <a:t>: </a:t>
            </a:r>
            <a:r>
              <a:rPr lang="da-DK" dirty="0" err="1"/>
              <a:t>accpeted</a:t>
            </a:r>
            <a:r>
              <a:rPr lang="da-DK" dirty="0"/>
              <a:t> from disclosure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b="1" dirty="0" err="1"/>
              <a:t>GeografiskDækning</a:t>
            </a:r>
            <a:r>
              <a:rPr lang="da-DK" sz="1800" dirty="0"/>
              <a:t>: </a:t>
            </a:r>
            <a:r>
              <a:rPr lang="da-DK" sz="1800" dirty="0" err="1"/>
              <a:t>geographic</a:t>
            </a:r>
            <a:r>
              <a:rPr lang="da-DK" sz="1800" dirty="0"/>
              <a:t> </a:t>
            </a:r>
            <a:r>
              <a:rPr lang="da-DK" sz="1800" dirty="0" err="1"/>
              <a:t>coverage</a:t>
            </a:r>
            <a:r>
              <a:rPr lang="da-DK" sz="2000" dirty="0"/>
              <a:t>	</a:t>
            </a:r>
            <a:endParaRPr lang="da-DK" dirty="0"/>
          </a:p>
          <a:p>
            <a:r>
              <a:rPr lang="da-DK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1189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6A88-259A-1CC5-5021-AB763FA1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”</a:t>
            </a:r>
            <a:r>
              <a:rPr lang="da-DK" dirty="0" err="1"/>
              <a:t>cleaning</a:t>
            </a:r>
            <a:r>
              <a:rPr lang="da-DK" dirty="0"/>
              <a:t>” the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420F3-C555-37E4-0988-D11E0C43D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Filtered</a:t>
            </a:r>
            <a:r>
              <a:rPr lang="da-DK" dirty="0"/>
              <a:t> </a:t>
            </a:r>
            <a:r>
              <a:rPr lang="da-DK" dirty="0" err="1"/>
              <a:t>only</a:t>
            </a:r>
            <a:r>
              <a:rPr lang="da-DK" dirty="0"/>
              <a:t> for DK </a:t>
            </a:r>
            <a:r>
              <a:rPr lang="da-DK" dirty="0" err="1"/>
              <a:t>documents</a:t>
            </a:r>
            <a:r>
              <a:rPr lang="da-DK" dirty="0"/>
              <a:t> </a:t>
            </a:r>
            <a:r>
              <a:rPr lang="da-DK" dirty="0" err="1"/>
              <a:t>which</a:t>
            </a:r>
            <a:r>
              <a:rPr lang="da-DK" dirty="0"/>
              <a:t> link to an EU legal </a:t>
            </a:r>
            <a:r>
              <a:rPr lang="da-DK" dirty="0" err="1"/>
              <a:t>act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2970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379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Øresundsvandssamarbejdet contract work</vt:lpstr>
      <vt:lpstr>How we obtained Danish Legislation</vt:lpstr>
      <vt:lpstr>Query results</vt:lpstr>
      <vt:lpstr>Additinal document data attached to the text https://www.retsinformation.dk/offentlig/indberetningsskemaer/Vejledning%20til%20indberetningsskema.pdf </vt:lpstr>
      <vt:lpstr>”cleaning” the data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Øresundsvandssamarbejdet contract work</dc:title>
  <dc:creator>Anna Elizabeth Jorgensen</dc:creator>
  <cp:lastModifiedBy>Anna Elizabeth Jorgensen</cp:lastModifiedBy>
  <cp:revision>1</cp:revision>
  <dcterms:created xsi:type="dcterms:W3CDTF">2022-10-17T12:46:41Z</dcterms:created>
  <dcterms:modified xsi:type="dcterms:W3CDTF">2022-10-18T10:08:16Z</dcterms:modified>
</cp:coreProperties>
</file>