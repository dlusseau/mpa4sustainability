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3" r:id="rId1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6" autoAdjust="0"/>
    <p:restoredTop sz="94660"/>
  </p:normalViewPr>
  <p:slideViewPr>
    <p:cSldViewPr snapToGrid="0">
      <p:cViewPr varScale="1">
        <p:scale>
          <a:sx n="67" d="100"/>
          <a:sy n="67" d="100"/>
        </p:scale>
        <p:origin x="816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3" y="1731812"/>
            <a:ext cx="1184248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 Results</a:t>
            </a:r>
            <a:r>
              <a:rPr lang="en-US" dirty="0"/>
              <a:t>:</a:t>
            </a:r>
          </a:p>
          <a:p>
            <a:r>
              <a:rPr lang="en-US" b="1" dirty="0"/>
              <a:t> </a:t>
            </a:r>
            <a:r>
              <a:rPr lang="en-US" b="1" dirty="0" err="1"/>
              <a:t>search.term</a:t>
            </a:r>
            <a:r>
              <a:rPr lang="en-US" b="1" dirty="0"/>
              <a:t>                              </a:t>
            </a:r>
            <a:r>
              <a:rPr lang="en-US" b="1" dirty="0" err="1"/>
              <a:t>nmbr</a:t>
            </a:r>
            <a:r>
              <a:rPr lang="en-US" b="1" dirty="0"/>
              <a:t>. of documents pulled.     </a:t>
            </a:r>
            <a:r>
              <a:rPr lang="en-US" b="1" dirty="0" err="1"/>
              <a:t>Nmbr</a:t>
            </a:r>
            <a:r>
              <a:rPr lang="en-US" b="1" dirty="0"/>
              <a:t>. Of </a:t>
            </a:r>
            <a:r>
              <a:rPr lang="en-US" b="1" dirty="0" err="1"/>
              <a:t>mpas</a:t>
            </a:r>
            <a:r>
              <a:rPr lang="en-US" b="1" dirty="0"/>
              <a:t>        </a:t>
            </a:r>
            <a:r>
              <a:rPr lang="en-US" b="1" dirty="0" err="1"/>
              <a:t>Nmbr</a:t>
            </a:r>
            <a:r>
              <a:rPr lang="en-US" b="1" dirty="0"/>
              <a:t>. Of EU countries linked via </a:t>
            </a:r>
            <a:r>
              <a:rPr lang="en-US" b="1" dirty="0" err="1"/>
              <a:t>mpa</a:t>
            </a:r>
            <a:r>
              <a:rPr lang="en-US" b="1" dirty="0"/>
              <a:t> </a:t>
            </a:r>
            <a:r>
              <a:rPr lang="en-US" b="1" dirty="0" err="1"/>
              <a:t>desig</a:t>
            </a:r>
            <a:r>
              <a:rPr lang="en-US" b="1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barcelona</a:t>
            </a:r>
            <a:r>
              <a:rPr lang="en-US" dirty="0"/>
              <a:t> convention*?               	37			24			4</a:t>
            </a:r>
          </a:p>
          <a:p>
            <a:r>
              <a:rPr lang="en-US" dirty="0"/>
              <a:t> birds directive*?                            	6			843			23</a:t>
            </a:r>
          </a:p>
          <a:p>
            <a:r>
              <a:rPr lang="en-US" dirty="0"/>
              <a:t> habitats directive*?                      	56			1869			22</a:t>
            </a:r>
          </a:p>
          <a:p>
            <a:r>
              <a:rPr lang="en-US" dirty="0"/>
              <a:t> </a:t>
            </a:r>
            <a:r>
              <a:rPr lang="en-US" dirty="0" err="1"/>
              <a:t>helcom</a:t>
            </a:r>
            <a:r>
              <a:rPr lang="en-US" dirty="0"/>
              <a:t>*?                                       	12			163			8</a:t>
            </a:r>
          </a:p>
          <a:p>
            <a:r>
              <a:rPr lang="en-US" dirty="0"/>
              <a:t> marine protected area*?            	18			441 			10</a:t>
            </a:r>
          </a:p>
          <a:p>
            <a:r>
              <a:rPr lang="en-US" dirty="0"/>
              <a:t> </a:t>
            </a:r>
            <a:r>
              <a:rPr lang="en-US" dirty="0" err="1"/>
              <a:t>ospar</a:t>
            </a:r>
            <a:r>
              <a:rPr lang="en-US" dirty="0"/>
              <a:t>*?                                          	19			441			10</a:t>
            </a:r>
          </a:p>
          <a:p>
            <a:r>
              <a:rPr lang="en-US" dirty="0"/>
              <a:t> </a:t>
            </a:r>
            <a:r>
              <a:rPr lang="en-US" dirty="0" err="1"/>
              <a:t>ramsar</a:t>
            </a:r>
            <a:r>
              <a:rPr lang="en-US" dirty="0"/>
              <a:t> site*?                                	1			237			18</a:t>
            </a:r>
          </a:p>
          <a:p>
            <a:r>
              <a:rPr lang="en-US" dirty="0"/>
              <a:t> sites of community importance*?         5			481			18</a:t>
            </a:r>
          </a:p>
          <a:p>
            <a:r>
              <a:rPr lang="en-US" dirty="0"/>
              <a:t> special areas of conservation*?    	16			1388			19</a:t>
            </a:r>
          </a:p>
          <a:p>
            <a:r>
              <a:rPr lang="en-US" dirty="0"/>
              <a:t> special protection area*?           	7			843			23</a:t>
            </a:r>
          </a:p>
          <a:p>
            <a:r>
              <a:rPr lang="en-US" dirty="0"/>
              <a:t> world heritage site*?               	2			9			4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4113344" y="213136"/>
            <a:ext cx="807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4756A-6B1F-B0BE-66FA-268FDD5CAE98}"/>
              </a:ext>
            </a:extLst>
          </p:cNvPr>
          <p:cNvSpPr txBox="1"/>
          <p:nvPr/>
        </p:nvSpPr>
        <p:spPr>
          <a:xfrm>
            <a:off x="1672552" y="936010"/>
            <a:ext cx="4773573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I have for the text data for both queries</a:t>
            </a:r>
          </a:p>
          <a:p>
            <a:endParaRPr lang="en-US" b="1" dirty="0"/>
          </a:p>
          <a:p>
            <a:endParaRPr lang="en-US" sz="1600" b="1" dirty="0"/>
          </a:p>
          <a:p>
            <a:r>
              <a:rPr lang="en-US" sz="1600" dirty="0"/>
              <a:t>Extracted title and body and combined them and cleaned up the text data </a:t>
            </a:r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da-DK" dirty="0"/>
              <a:t>Will start </a:t>
            </a:r>
            <a:r>
              <a:rPr lang="da-DK" dirty="0" err="1"/>
              <a:t>trying</a:t>
            </a:r>
            <a:r>
              <a:rPr lang="da-DK" dirty="0"/>
              <a:t> to </a:t>
            </a:r>
            <a:r>
              <a:rPr lang="da-DK" dirty="0" err="1"/>
              <a:t>pulling</a:t>
            </a:r>
            <a:r>
              <a:rPr lang="da-DK" dirty="0"/>
              <a:t> the </a:t>
            </a:r>
            <a:r>
              <a:rPr lang="da-DK" dirty="0" err="1"/>
              <a:t>sentence</a:t>
            </a:r>
            <a:r>
              <a:rPr lang="da-DK" dirty="0"/>
              <a:t>/</a:t>
            </a:r>
            <a:r>
              <a:rPr lang="da-DK" dirty="0" err="1"/>
              <a:t>paragraph</a:t>
            </a:r>
            <a:r>
              <a:rPr lang="da-DK" dirty="0"/>
              <a:t> the citation is </a:t>
            </a:r>
            <a:r>
              <a:rPr lang="da-DK" dirty="0" err="1"/>
              <a:t>located</a:t>
            </a:r>
            <a:r>
              <a:rPr lang="da-DK" dirty="0"/>
              <a:t> </a:t>
            </a:r>
            <a:r>
              <a:rPr lang="da-DK" dirty="0" err="1"/>
              <a:t>within</a:t>
            </a:r>
            <a:endParaRPr lang="da-DK" dirty="0"/>
          </a:p>
          <a:p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304A0-57D4-2ED2-E90F-0280FCA7DFB5}"/>
              </a:ext>
            </a:extLst>
          </p:cNvPr>
          <p:cNvSpPr txBox="1"/>
          <p:nvPr/>
        </p:nvSpPr>
        <p:spPr>
          <a:xfrm>
            <a:off x="6604440" y="1561000"/>
            <a:ext cx="42007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EUR-Lex Corpus: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EUR-Lex result Documents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Meta data includes 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year/date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enforced(True/False/NA)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Type of leg. (dir., rec., </a:t>
            </a:r>
            <a:r>
              <a:rPr lang="en-US" sz="1600" dirty="0" err="1">
                <a:sym typeface="Wingdings" pitchFamily="2" charset="2"/>
              </a:rPr>
              <a:t>opin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 for the second query we also have the MPA design. Search term (i.e. bird directive, </a:t>
            </a:r>
            <a:r>
              <a:rPr lang="en-US" sz="1600" dirty="0" err="1">
                <a:sym typeface="Wingdings" pitchFamily="2" charset="2"/>
              </a:rPr>
              <a:t>helcom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1427D44-474C-DF99-99AC-1BBC6432CF7F}"/>
              </a:ext>
            </a:extLst>
          </p:cNvPr>
          <p:cNvSpPr/>
          <p:nvPr/>
        </p:nvSpPr>
        <p:spPr>
          <a:xfrm>
            <a:off x="5515960" y="1561000"/>
            <a:ext cx="785648" cy="1477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2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24E51E-0867-17CB-D4DB-B257E3557C79}"/>
              </a:ext>
            </a:extLst>
          </p:cNvPr>
          <p:cNvSpPr txBox="1"/>
          <p:nvPr/>
        </p:nvSpPr>
        <p:spPr>
          <a:xfrm>
            <a:off x="676274" y="495300"/>
            <a:ext cx="86201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Retsinformation:</a:t>
            </a:r>
          </a:p>
          <a:p>
            <a:endParaRPr lang="da-DK" dirty="0"/>
          </a:p>
          <a:p>
            <a:r>
              <a:rPr lang="da-DK" dirty="0"/>
              <a:t>Search </a:t>
            </a:r>
            <a:r>
              <a:rPr lang="da-DK" dirty="0" err="1"/>
              <a:t>queries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filter </a:t>
            </a:r>
            <a:r>
              <a:rPr lang="da-DK" dirty="0" err="1"/>
              <a:t>only</a:t>
            </a:r>
            <a:r>
              <a:rPr lang="da-DK" dirty="0"/>
              <a:t> for ”regler” and </a:t>
            </a:r>
            <a:r>
              <a:rPr lang="da-DK" b="1" dirty="0"/>
              <a:t>not </a:t>
            </a:r>
            <a:r>
              <a:rPr lang="da-DK" b="1" dirty="0" err="1"/>
              <a:t>including</a:t>
            </a:r>
            <a:r>
              <a:rPr lang="da-DK" b="1" dirty="0"/>
              <a:t> </a:t>
            </a:r>
            <a:r>
              <a:rPr lang="da-DK" b="1" dirty="0" err="1"/>
              <a:t>historical</a:t>
            </a:r>
            <a:r>
              <a:rPr lang="da-DK" b="1" dirty="0"/>
              <a:t> </a:t>
            </a:r>
            <a:r>
              <a:rPr lang="da-DK" b="1" dirty="0" err="1"/>
              <a:t>documents</a:t>
            </a:r>
            <a:r>
              <a:rPr lang="da-DK" b="1" dirty="0"/>
              <a:t> *** </a:t>
            </a:r>
          </a:p>
          <a:p>
            <a:pPr marL="342900" indent="-342900">
              <a:buAutoNum type="arabicParenBoth"/>
            </a:pPr>
            <a:r>
              <a:rPr lang="da-DK" dirty="0"/>
              <a:t>”fiskeri”</a:t>
            </a:r>
          </a:p>
          <a:p>
            <a:pPr marL="342900" indent="-342900">
              <a:buAutoNum type="arabicParenBoth"/>
            </a:pPr>
            <a:r>
              <a:rPr lang="da-DK" dirty="0"/>
              <a:t>”jagt”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within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text</a:t>
            </a:r>
            <a:r>
              <a:rPr lang="da-DK" dirty="0">
                <a:sym typeface="Wingdings" panose="05000000000000000000" pitchFamily="2" charset="2"/>
              </a:rPr>
              <a:t> I </a:t>
            </a:r>
            <a:r>
              <a:rPr lang="da-DK" dirty="0" err="1">
                <a:sym typeface="Wingdings" panose="05000000000000000000" pitchFamily="2" charset="2"/>
              </a:rPr>
              <a:t>detected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it </a:t>
            </a:r>
            <a:r>
              <a:rPr lang="da-DK" dirty="0" err="1">
                <a:sym typeface="Wingdings" panose="05000000000000000000" pitchFamily="2" charset="2"/>
              </a:rPr>
              <a:t>mentions</a:t>
            </a:r>
            <a:r>
              <a:rPr lang="da-DK" dirty="0">
                <a:sym typeface="Wingdings" panose="05000000000000000000" pitchFamily="2" charset="2"/>
              </a:rPr>
              <a:t> sæl or </a:t>
            </a:r>
            <a:r>
              <a:rPr lang="da-DK" dirty="0" err="1">
                <a:sym typeface="Wingdings" panose="05000000000000000000" pitchFamily="2" charset="2"/>
              </a:rPr>
              <a:t>fulgle</a:t>
            </a:r>
            <a:endParaRPr lang="da-DK" dirty="0"/>
          </a:p>
          <a:p>
            <a:pPr marL="342900" indent="-342900">
              <a:buAutoNum type="arabicParenBoth"/>
            </a:pPr>
            <a:r>
              <a:rPr lang="da-DK" dirty="0"/>
              <a:t>”</a:t>
            </a:r>
            <a:r>
              <a:rPr lang="da-DK" dirty="0" err="1"/>
              <a:t>søtrafik</a:t>
            </a:r>
            <a:r>
              <a:rPr lang="da-DK" dirty="0"/>
              <a:t>”</a:t>
            </a:r>
          </a:p>
          <a:p>
            <a:pPr marL="342900" indent="-342900">
              <a:buAutoNum type="arabicParenBoth"/>
            </a:pPr>
            <a:endParaRPr lang="da-DK" dirty="0"/>
          </a:p>
          <a:p>
            <a:r>
              <a:rPr lang="da-DK" dirty="0"/>
              <a:t>Total 1,211 </a:t>
            </a:r>
            <a:r>
              <a:rPr lang="da-DK" dirty="0" err="1"/>
              <a:t>documents</a:t>
            </a:r>
            <a:r>
              <a:rPr lang="da-DK" dirty="0"/>
              <a:t> pulled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r>
              <a:rPr lang="da-DK" dirty="0" err="1"/>
              <a:t>Working</a:t>
            </a:r>
            <a:r>
              <a:rPr lang="da-DK" dirty="0"/>
              <a:t> on </a:t>
            </a:r>
            <a:r>
              <a:rPr lang="da-DK" dirty="0" err="1"/>
              <a:t>pulling</a:t>
            </a:r>
            <a:r>
              <a:rPr lang="da-DK" dirty="0"/>
              <a:t> the EUR-lex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link to…</a:t>
            </a:r>
          </a:p>
          <a:p>
            <a:endParaRPr lang="da-DK" dirty="0"/>
          </a:p>
          <a:p>
            <a:r>
              <a:rPr lang="da-DK" dirty="0"/>
              <a:t>Im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confused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get</a:t>
            </a:r>
            <a:r>
              <a:rPr lang="da-DK" dirty="0"/>
              <a:t> the </a:t>
            </a:r>
            <a:r>
              <a:rPr lang="da-DK" dirty="0" err="1"/>
              <a:t>results</a:t>
            </a:r>
            <a:r>
              <a:rPr lang="da-DK" dirty="0"/>
              <a:t> for the </a:t>
            </a:r>
            <a:r>
              <a:rPr lang="da-DK" dirty="0" err="1"/>
              <a:t>swedish</a:t>
            </a:r>
            <a:r>
              <a:rPr lang="da-DK" dirty="0"/>
              <a:t> </a:t>
            </a:r>
            <a:r>
              <a:rPr lang="da-DK" dirty="0" err="1"/>
              <a:t>searches</a:t>
            </a:r>
            <a:r>
              <a:rPr lang="da-DK" dirty="0"/>
              <a:t>… 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997</Words>
  <Application>Microsoft Office PowerPoint</Application>
  <PresentationFormat>Widescreen</PresentationFormat>
  <Paragraphs>166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16</cp:revision>
  <dcterms:created xsi:type="dcterms:W3CDTF">2022-09-29T07:12:58Z</dcterms:created>
  <dcterms:modified xsi:type="dcterms:W3CDTF">2022-10-03T09:46:23Z</dcterms:modified>
</cp:coreProperties>
</file>